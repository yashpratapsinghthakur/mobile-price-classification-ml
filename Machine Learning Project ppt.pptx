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metadata/core-properties" Target="docProps/core0.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92" r:id="rId4"/>
    <p:sldId id="258" r:id="rId5"/>
    <p:sldId id="268" r:id="rId6"/>
    <p:sldId id="259" r:id="rId7"/>
    <p:sldId id="269" r:id="rId8"/>
    <p:sldId id="270" r:id="rId9"/>
    <p:sldId id="271" r:id="rId10"/>
    <p:sldId id="273" r:id="rId11"/>
    <p:sldId id="274" r:id="rId12"/>
    <p:sldId id="275" r:id="rId13"/>
    <p:sldId id="276" r:id="rId14"/>
    <p:sldId id="277" r:id="rId15"/>
    <p:sldId id="278" r:id="rId16"/>
    <p:sldId id="279" r:id="rId17"/>
    <p:sldId id="290" r:id="rId18"/>
    <p:sldId id="291" r:id="rId19"/>
    <p:sldId id="296" r:id="rId20"/>
    <p:sldId id="297" r:id="rId21"/>
    <p:sldId id="298" r:id="rId22"/>
    <p:sldId id="280" r:id="rId23"/>
    <p:sldId id="281" r:id="rId24"/>
    <p:sldId id="282" r:id="rId25"/>
    <p:sldId id="283" r:id="rId26"/>
    <p:sldId id="284" r:id="rId27"/>
    <p:sldId id="285" r:id="rId28"/>
    <p:sldId id="286" r:id="rId29"/>
    <p:sldId id="287" r:id="rId30"/>
    <p:sldId id="288" r:id="rId31"/>
    <p:sldId id="299" r:id="rId32"/>
    <p:sldId id="300" r:id="rId33"/>
    <p:sldId id="294" r:id="rId34"/>
    <p:sldId id="289" r:id="rId3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74A6465-E398-EFE6-33A0-DA463378FCA8}" name="yash thakur" initials="yt" userId="86dea3b3ec742fa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D86326-3EAE-45CF-961E-570CCBCA4E4C}" v="4095" dt="2026-01-13T16:24:00.026"/>
    <p1510:client id="{A7C08D93-5723-7E8B-0F7C-437F9E55AA64}" v="30" dt="2026-01-14T11:27:10.202"/>
    <p1510:client id="{D628ED47-9D51-45F9-97F9-A457BC2E8F69}" v="183" dt="2026-01-14T11:01:09.591"/>
    <p1510:client id="{D90B22FD-B6CE-4C3B-B6A0-346CC5E06C18}" v="58" dt="2026-01-14T09:14:09.2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 thakur" userId="86dea3b3ec742fab" providerId="Windows Live" clId="Web-{B047DC1F-4E00-4B76-B125-1FCEA9016B83}"/>
    <pc:docChg chg="addSld delSld modSld sldOrd modMainMaster">
      <pc:chgData name="yash thakur" userId="86dea3b3ec742fab" providerId="Windows Live" clId="Web-{B047DC1F-4E00-4B76-B125-1FCEA9016B83}" dt="2026-01-09T15:35:55.803" v="2659" actId="20577"/>
      <pc:docMkLst>
        <pc:docMk/>
      </pc:docMkLst>
      <pc:sldChg chg="addSp delSp modSp mod">
        <pc:chgData name="yash thakur" userId="86dea3b3ec742fab" providerId="Windows Live" clId="Web-{B047DC1F-4E00-4B76-B125-1FCEA9016B83}" dt="2026-01-09T10:33:42.291" v="1145"/>
        <pc:sldMkLst>
          <pc:docMk/>
          <pc:sldMk cId="0" sldId="256"/>
        </pc:sldMkLst>
        <pc:spChg chg="mod">
          <ac:chgData name="yash thakur" userId="86dea3b3ec742fab" providerId="Windows Live" clId="Web-{B047DC1F-4E00-4B76-B125-1FCEA9016B83}" dt="2026-01-09T08:54:56.111" v="16" actId="20577"/>
          <ac:spMkLst>
            <pc:docMk/>
            <pc:sldMk cId="0" sldId="256"/>
            <ac:spMk id="726" creationId="{00000000-0000-0000-0000-000000000000}"/>
          </ac:spMkLst>
        </pc:spChg>
        <pc:spChg chg="mod">
          <ac:chgData name="yash thakur" userId="86dea3b3ec742fab" providerId="Windows Live" clId="Web-{B047DC1F-4E00-4B76-B125-1FCEA9016B83}" dt="2026-01-09T08:56:14.737" v="30" actId="20577"/>
          <ac:spMkLst>
            <pc:docMk/>
            <pc:sldMk cId="0" sldId="256"/>
            <ac:spMk id="727" creationId="{00000000-0000-0000-0000-000000000000}"/>
          </ac:spMkLst>
        </pc:spChg>
      </pc:sldChg>
      <pc:sldChg chg="addSp delSp modSp mod">
        <pc:chgData name="yash thakur" userId="86dea3b3ec742fab" providerId="Windows Live" clId="Web-{B047DC1F-4E00-4B76-B125-1FCEA9016B83}" dt="2026-01-09T10:33:42.291" v="1145"/>
        <pc:sldMkLst>
          <pc:docMk/>
          <pc:sldMk cId="0" sldId="257"/>
        </pc:sldMkLst>
        <pc:spChg chg="add mod">
          <ac:chgData name="yash thakur" userId="86dea3b3ec742fab" providerId="Windows Live" clId="Web-{B047DC1F-4E00-4B76-B125-1FCEA9016B83}" dt="2026-01-09T09:19:39.179" v="442" actId="1076"/>
          <ac:spMkLst>
            <pc:docMk/>
            <pc:sldMk cId="0" sldId="257"/>
            <ac:spMk id="4" creationId="{1AA5B651-59CB-BFE5-C010-CF965C87525E}"/>
          </ac:spMkLst>
        </pc:spChg>
        <pc:spChg chg="mod">
          <ac:chgData name="yash thakur" userId="86dea3b3ec742fab" providerId="Windows Live" clId="Web-{B047DC1F-4E00-4B76-B125-1FCEA9016B83}" dt="2026-01-09T09:06:32.630" v="245" actId="1076"/>
          <ac:spMkLst>
            <pc:docMk/>
            <pc:sldMk cId="0" sldId="257"/>
            <ac:spMk id="729" creationId="{00000000-0000-0000-0000-000000000000}"/>
          </ac:spMkLst>
        </pc:spChg>
        <pc:spChg chg="mod">
          <ac:chgData name="yash thakur" userId="86dea3b3ec742fab" providerId="Windows Live" clId="Web-{B047DC1F-4E00-4B76-B125-1FCEA9016B83}" dt="2026-01-09T09:15:13.208" v="311" actId="14100"/>
          <ac:spMkLst>
            <pc:docMk/>
            <pc:sldMk cId="0" sldId="257"/>
            <ac:spMk id="730" creationId="{00000000-0000-0000-0000-000000000000}"/>
          </ac:spMkLst>
        </pc:spChg>
        <pc:grpChg chg="add mod">
          <ac:chgData name="yash thakur" userId="86dea3b3ec742fab" providerId="Windows Live" clId="Web-{B047DC1F-4E00-4B76-B125-1FCEA9016B83}" dt="2026-01-09T09:19:53.773" v="444" actId="1076"/>
          <ac:grpSpMkLst>
            <pc:docMk/>
            <pc:sldMk cId="0" sldId="257"/>
            <ac:grpSpMk id="10" creationId="{BEF4E05F-D158-A210-7509-CB774931102E}"/>
          </ac:grpSpMkLst>
        </pc:grpChg>
        <pc:picChg chg="add mod">
          <ac:chgData name="yash thakur" userId="86dea3b3ec742fab" providerId="Windows Live" clId="Web-{B047DC1F-4E00-4B76-B125-1FCEA9016B83}" dt="2026-01-09T09:12:41.419" v="284" actId="1076"/>
          <ac:picMkLst>
            <pc:docMk/>
            <pc:sldMk cId="0" sldId="257"/>
            <ac:picMk id="2" creationId="{34E14BE9-A99D-A1BA-F00F-072F919297C9}"/>
          </ac:picMkLst>
        </pc:picChg>
        <pc:cxnChg chg="add mod">
          <ac:chgData name="yash thakur" userId="86dea3b3ec742fab" providerId="Windows Live" clId="Web-{B047DC1F-4E00-4B76-B125-1FCEA9016B83}" dt="2026-01-09T09:19:30.163" v="440" actId="1076"/>
          <ac:cxnSpMkLst>
            <pc:docMk/>
            <pc:sldMk cId="0" sldId="257"/>
            <ac:cxnSpMk id="6" creationId="{FBE56656-2CBD-EA8A-740A-F00BD56A419C}"/>
          </ac:cxnSpMkLst>
        </pc:cxnChg>
        <pc:cxnChg chg="add mod">
          <ac:chgData name="yash thakur" userId="86dea3b3ec742fab" providerId="Windows Live" clId="Web-{B047DC1F-4E00-4B76-B125-1FCEA9016B83}" dt="2026-01-09T09:19:05.880" v="434" actId="1076"/>
          <ac:cxnSpMkLst>
            <pc:docMk/>
            <pc:sldMk cId="0" sldId="257"/>
            <ac:cxnSpMk id="7" creationId="{FD636AE2-145B-79A8-7573-FC660666CE10}"/>
          </ac:cxnSpMkLst>
        </pc:cxnChg>
        <pc:cxnChg chg="add mod">
          <ac:chgData name="yash thakur" userId="86dea3b3ec742fab" providerId="Windows Live" clId="Web-{B047DC1F-4E00-4B76-B125-1FCEA9016B83}" dt="2026-01-09T09:19:11.177" v="436" actId="1076"/>
          <ac:cxnSpMkLst>
            <pc:docMk/>
            <pc:sldMk cId="0" sldId="257"/>
            <ac:cxnSpMk id="8" creationId="{A6C911B1-1BF3-E170-5EA9-9B7CAE5A8710}"/>
          </ac:cxnSpMkLst>
        </pc:cxnChg>
        <pc:cxnChg chg="add mod">
          <ac:chgData name="yash thakur" userId="86dea3b3ec742fab" providerId="Windows Live" clId="Web-{B047DC1F-4E00-4B76-B125-1FCEA9016B83}" dt="2026-01-09T09:19:21.022" v="439" actId="1076"/>
          <ac:cxnSpMkLst>
            <pc:docMk/>
            <pc:sldMk cId="0" sldId="257"/>
            <ac:cxnSpMk id="9" creationId="{2445C36B-7D0A-42DD-3B60-CF4C3E490A70}"/>
          </ac:cxnSpMkLst>
        </pc:cxnChg>
      </pc:sldChg>
      <pc:sldChg chg="addSp delSp modSp mod">
        <pc:chgData name="yash thakur" userId="86dea3b3ec742fab" providerId="Windows Live" clId="Web-{B047DC1F-4E00-4B76-B125-1FCEA9016B83}" dt="2026-01-09T10:33:42.291" v="1145"/>
        <pc:sldMkLst>
          <pc:docMk/>
          <pc:sldMk cId="0" sldId="258"/>
        </pc:sldMkLst>
        <pc:spChg chg="add mod">
          <ac:chgData name="yash thakur" userId="86dea3b3ec742fab" providerId="Windows Live" clId="Web-{B047DC1F-4E00-4B76-B125-1FCEA9016B83}" dt="2026-01-09T09:39:48.067" v="603" actId="20577"/>
          <ac:spMkLst>
            <pc:docMk/>
            <pc:sldMk cId="0" sldId="258"/>
            <ac:spMk id="4" creationId="{0767B5D4-DF7F-B071-4D87-6A1B44743D87}"/>
          </ac:spMkLst>
        </pc:spChg>
        <pc:spChg chg="add mod">
          <ac:chgData name="yash thakur" userId="86dea3b3ec742fab" providerId="Windows Live" clId="Web-{B047DC1F-4E00-4B76-B125-1FCEA9016B83}" dt="2026-01-09T09:38:33.083" v="594" actId="14100"/>
          <ac:spMkLst>
            <pc:docMk/>
            <pc:sldMk cId="0" sldId="258"/>
            <ac:spMk id="5" creationId="{91E0265B-F3DA-997F-C86D-407FB7CB257C}"/>
          </ac:spMkLst>
        </pc:spChg>
        <pc:spChg chg="add mod">
          <ac:chgData name="yash thakur" userId="86dea3b3ec742fab" providerId="Windows Live" clId="Web-{B047DC1F-4E00-4B76-B125-1FCEA9016B83}" dt="2026-01-09T09:38:58.458" v="601" actId="14100"/>
          <ac:spMkLst>
            <pc:docMk/>
            <pc:sldMk cId="0" sldId="258"/>
            <ac:spMk id="6" creationId="{5B5741DD-6947-4644-0DC7-530F77D30B6A}"/>
          </ac:spMkLst>
        </pc:spChg>
        <pc:spChg chg="mod">
          <ac:chgData name="yash thakur" userId="86dea3b3ec742fab" providerId="Windows Live" clId="Web-{B047DC1F-4E00-4B76-B125-1FCEA9016B83}" dt="2026-01-09T09:37:05.255" v="570" actId="1076"/>
          <ac:spMkLst>
            <pc:docMk/>
            <pc:sldMk cId="0" sldId="258"/>
            <ac:spMk id="731" creationId="{00000000-0000-0000-0000-000000000000}"/>
          </ac:spMkLst>
        </pc:spChg>
        <pc:spChg chg="mod">
          <ac:chgData name="yash thakur" userId="86dea3b3ec742fab" providerId="Windows Live" clId="Web-{B047DC1F-4E00-4B76-B125-1FCEA9016B83}" dt="2026-01-09T09:43:10.637" v="635" actId="14100"/>
          <ac:spMkLst>
            <pc:docMk/>
            <pc:sldMk cId="0" sldId="258"/>
            <ac:spMk id="732" creationId="{00000000-0000-0000-0000-000000000000}"/>
          </ac:spMkLst>
        </pc:spChg>
        <pc:cxnChg chg="add mod">
          <ac:chgData name="yash thakur" userId="86dea3b3ec742fab" providerId="Windows Live" clId="Web-{B047DC1F-4E00-4B76-B125-1FCEA9016B83}" dt="2026-01-09T09:33:46.114" v="530"/>
          <ac:cxnSpMkLst>
            <pc:docMk/>
            <pc:sldMk cId="0" sldId="258"/>
            <ac:cxnSpMk id="2" creationId="{A145C441-917A-B3C6-FAAE-324EA6943B6B}"/>
          </ac:cxnSpMkLst>
        </pc:cxnChg>
      </pc:sldChg>
      <pc:sldChg chg="addSp delSp modSp mod">
        <pc:chgData name="yash thakur" userId="86dea3b3ec742fab" providerId="Windows Live" clId="Web-{B047DC1F-4E00-4B76-B125-1FCEA9016B83}" dt="2026-01-09T10:33:42.291" v="1145"/>
        <pc:sldMkLst>
          <pc:docMk/>
          <pc:sldMk cId="0" sldId="259"/>
        </pc:sldMkLst>
        <pc:spChg chg="add">
          <ac:chgData name="yash thakur" userId="86dea3b3ec742fab" providerId="Windows Live" clId="Web-{B047DC1F-4E00-4B76-B125-1FCEA9016B83}" dt="2026-01-09T09:50:55.339" v="826"/>
          <ac:spMkLst>
            <pc:docMk/>
            <pc:sldMk cId="0" sldId="259"/>
            <ac:spMk id="3" creationId="{FC53D13D-936A-2D74-CCF3-A8FE78374CFB}"/>
          </ac:spMkLst>
        </pc:spChg>
        <pc:spChg chg="add mod">
          <ac:chgData name="yash thakur" userId="86dea3b3ec742fab" providerId="Windows Live" clId="Web-{B047DC1F-4E00-4B76-B125-1FCEA9016B83}" dt="2026-01-09T10:00:16.333" v="895" actId="1076"/>
          <ac:spMkLst>
            <pc:docMk/>
            <pc:sldMk cId="0" sldId="259"/>
            <ac:spMk id="9" creationId="{80422365-D93D-DA65-748F-AD63404EB61F}"/>
          </ac:spMkLst>
        </pc:spChg>
        <pc:spChg chg="mod">
          <ac:chgData name="yash thakur" userId="86dea3b3ec742fab" providerId="Windows Live" clId="Web-{B047DC1F-4E00-4B76-B125-1FCEA9016B83}" dt="2026-01-09T09:52:36.090" v="845" actId="1076"/>
          <ac:spMkLst>
            <pc:docMk/>
            <pc:sldMk cId="0" sldId="259"/>
            <ac:spMk id="733" creationId="{00000000-0000-0000-0000-000000000000}"/>
          </ac:spMkLst>
        </pc:spChg>
        <pc:cxnChg chg="add mod">
          <ac:chgData name="yash thakur" userId="86dea3b3ec742fab" providerId="Windows Live" clId="Web-{B047DC1F-4E00-4B76-B125-1FCEA9016B83}" dt="2026-01-09T09:52:27.371" v="844" actId="1076"/>
          <ac:cxnSpMkLst>
            <pc:docMk/>
            <pc:sldMk cId="0" sldId="259"/>
            <ac:cxnSpMk id="5" creationId="{00589421-9573-D69F-D828-5BF449B6EC97}"/>
          </ac:cxnSpMkLst>
        </pc:cxnChg>
      </pc:sldChg>
      <pc:sldChg chg="addSp delSp modSp new mod">
        <pc:chgData name="yash thakur" userId="86dea3b3ec742fab" providerId="Windows Live" clId="Web-{B047DC1F-4E00-4B76-B125-1FCEA9016B83}" dt="2026-01-09T10:33:42.291" v="1145"/>
        <pc:sldMkLst>
          <pc:docMk/>
          <pc:sldMk cId="583250058" sldId="268"/>
        </pc:sldMkLst>
        <pc:spChg chg="add mod">
          <ac:chgData name="yash thakur" userId="86dea3b3ec742fab" providerId="Windows Live" clId="Web-{B047DC1F-4E00-4B76-B125-1FCEA9016B83}" dt="2026-01-09T09:45:16.288" v="676" actId="1076"/>
          <ac:spMkLst>
            <pc:docMk/>
            <pc:sldMk cId="583250058" sldId="268"/>
            <ac:spMk id="6" creationId="{56280933-DECC-289D-340C-86FFC0D11E1A}"/>
          </ac:spMkLst>
        </pc:spChg>
        <pc:spChg chg="add mod">
          <ac:chgData name="yash thakur" userId="86dea3b3ec742fab" providerId="Windows Live" clId="Web-{B047DC1F-4E00-4B76-B125-1FCEA9016B83}" dt="2026-01-09T09:51:33.933" v="837" actId="20577"/>
          <ac:spMkLst>
            <pc:docMk/>
            <pc:sldMk cId="583250058" sldId="268"/>
            <ac:spMk id="7" creationId="{F34DFFD9-1C97-C0E8-B312-526CA50C515C}"/>
          </ac:spMkLst>
        </pc:spChg>
        <pc:spChg chg="add mod">
          <ac:chgData name="yash thakur" userId="86dea3b3ec742fab" providerId="Windows Live" clId="Web-{B047DC1F-4E00-4B76-B125-1FCEA9016B83}" dt="2026-01-09T09:50:29.714" v="825" actId="1076"/>
          <ac:spMkLst>
            <pc:docMk/>
            <pc:sldMk cId="583250058" sldId="268"/>
            <ac:spMk id="8" creationId="{1C9015B8-62C1-DABC-6D10-46FD6C145ABC}"/>
          </ac:spMkLst>
        </pc:spChg>
        <pc:cxnChg chg="add">
          <ac:chgData name="yash thakur" userId="86dea3b3ec742fab" providerId="Windows Live" clId="Web-{B047DC1F-4E00-4B76-B125-1FCEA9016B83}" dt="2026-01-09T09:50:26.543" v="824"/>
          <ac:cxnSpMkLst>
            <pc:docMk/>
            <pc:sldMk cId="583250058" sldId="268"/>
            <ac:cxnSpMk id="10" creationId="{6CA42244-F408-6C2E-2773-26DED58E0F93}"/>
          </ac:cxnSpMkLst>
        </pc:cxnChg>
      </pc:sldChg>
      <pc:sldChg chg="addSp delSp modSp new mod">
        <pc:chgData name="yash thakur" userId="86dea3b3ec742fab" providerId="Windows Live" clId="Web-{B047DC1F-4E00-4B76-B125-1FCEA9016B83}" dt="2026-01-09T10:33:42.291" v="1145"/>
        <pc:sldMkLst>
          <pc:docMk/>
          <pc:sldMk cId="2178221821" sldId="269"/>
        </pc:sldMkLst>
        <pc:spChg chg="add">
          <ac:chgData name="yash thakur" userId="86dea3b3ec742fab" providerId="Windows Live" clId="Web-{B047DC1F-4E00-4B76-B125-1FCEA9016B83}" dt="2026-01-09T10:00:55.397" v="899"/>
          <ac:spMkLst>
            <pc:docMk/>
            <pc:sldMk cId="2178221821" sldId="269"/>
            <ac:spMk id="5" creationId="{13884E8D-DA9C-989D-19D9-15F08CE87255}"/>
          </ac:spMkLst>
        </pc:spChg>
        <pc:spChg chg="add mod">
          <ac:chgData name="yash thakur" userId="86dea3b3ec742fab" providerId="Windows Live" clId="Web-{B047DC1F-4E00-4B76-B125-1FCEA9016B83}" dt="2026-01-09T10:02:26.730" v="934" actId="1076"/>
          <ac:spMkLst>
            <pc:docMk/>
            <pc:sldMk cId="2178221821" sldId="269"/>
            <ac:spMk id="9" creationId="{FF2004B0-86FC-15AA-D616-E56BC0D32772}"/>
          </ac:spMkLst>
        </pc:spChg>
        <pc:spChg chg="add mod">
          <ac:chgData name="yash thakur" userId="86dea3b3ec742fab" providerId="Windows Live" clId="Web-{B047DC1F-4E00-4B76-B125-1FCEA9016B83}" dt="2026-01-09T10:13:48.561" v="991" actId="20577"/>
          <ac:spMkLst>
            <pc:docMk/>
            <pc:sldMk cId="2178221821" sldId="269"/>
            <ac:spMk id="14" creationId="{034FFFFA-F449-C382-8072-AD664CDA3015}"/>
          </ac:spMkLst>
        </pc:spChg>
        <pc:spChg chg="add mod">
          <ac:chgData name="yash thakur" userId="86dea3b3ec742fab" providerId="Windows Live" clId="Web-{B047DC1F-4E00-4B76-B125-1FCEA9016B83}" dt="2026-01-09T10:24:41.133" v="1082" actId="20577"/>
          <ac:spMkLst>
            <pc:docMk/>
            <pc:sldMk cId="2178221821" sldId="269"/>
            <ac:spMk id="17" creationId="{E47179AE-0BB3-BD58-C046-2D1A856B1847}"/>
          </ac:spMkLst>
        </pc:spChg>
        <pc:picChg chg="add mod">
          <ac:chgData name="yash thakur" userId="86dea3b3ec742fab" providerId="Windows Live" clId="Web-{B047DC1F-4E00-4B76-B125-1FCEA9016B83}" dt="2026-01-09T10:14:46.109" v="993" actId="14100"/>
          <ac:picMkLst>
            <pc:docMk/>
            <pc:sldMk cId="2178221821" sldId="269"/>
            <ac:picMk id="16" creationId="{C52B5D70-327E-9A02-281D-8436814D68D8}"/>
          </ac:picMkLst>
        </pc:picChg>
        <pc:cxnChg chg="add">
          <ac:chgData name="yash thakur" userId="86dea3b3ec742fab" providerId="Windows Live" clId="Web-{B047DC1F-4E00-4B76-B125-1FCEA9016B83}" dt="2026-01-09T10:02:23.074" v="933"/>
          <ac:cxnSpMkLst>
            <pc:docMk/>
            <pc:sldMk cId="2178221821" sldId="269"/>
            <ac:cxnSpMk id="13" creationId="{71941FA5-FAC1-D2FC-53DD-C2CC6D915125}"/>
          </ac:cxnSpMkLst>
        </pc:cxnChg>
      </pc:sldChg>
      <pc:sldChg chg="addSp delSp modSp new mod">
        <pc:chgData name="yash thakur" userId="86dea3b3ec742fab" providerId="Windows Live" clId="Web-{B047DC1F-4E00-4B76-B125-1FCEA9016B83}" dt="2026-01-09T10:33:42.291" v="1145"/>
        <pc:sldMkLst>
          <pc:docMk/>
          <pc:sldMk cId="918663297" sldId="270"/>
        </pc:sldMkLst>
        <pc:picChg chg="add mod">
          <ac:chgData name="yash thakur" userId="86dea3b3ec742fab" providerId="Windows Live" clId="Web-{B047DC1F-4E00-4B76-B125-1FCEA9016B83}" dt="2026-01-09T10:18:04.486" v="1022" actId="1076"/>
          <ac:picMkLst>
            <pc:docMk/>
            <pc:sldMk cId="918663297" sldId="270"/>
            <ac:picMk id="4" creationId="{80BA3428-461F-92D8-C88A-A1D09DDF3892}"/>
          </ac:picMkLst>
        </pc:picChg>
        <pc:picChg chg="add mod">
          <ac:chgData name="yash thakur" userId="86dea3b3ec742fab" providerId="Windows Live" clId="Web-{B047DC1F-4E00-4B76-B125-1FCEA9016B83}" dt="2026-01-09T10:18:07.220" v="1023" actId="1076"/>
          <ac:picMkLst>
            <pc:docMk/>
            <pc:sldMk cId="918663297" sldId="270"/>
            <ac:picMk id="5" creationId="{9949EC38-F37E-CA37-D9FB-FB25B7D0C456}"/>
          </ac:picMkLst>
        </pc:picChg>
        <pc:picChg chg="add mod">
          <ac:chgData name="yash thakur" userId="86dea3b3ec742fab" providerId="Windows Live" clId="Web-{B047DC1F-4E00-4B76-B125-1FCEA9016B83}" dt="2026-01-09T10:18:09.392" v="1024" actId="1076"/>
          <ac:picMkLst>
            <pc:docMk/>
            <pc:sldMk cId="918663297" sldId="270"/>
            <ac:picMk id="6" creationId="{1F2141E6-531F-9F9F-C1B8-332E0039030D}"/>
          </ac:picMkLst>
        </pc:picChg>
        <pc:picChg chg="add mod">
          <ac:chgData name="yash thakur" userId="86dea3b3ec742fab" providerId="Windows Live" clId="Web-{B047DC1F-4E00-4B76-B125-1FCEA9016B83}" dt="2026-01-09T10:18:12.362" v="1025" actId="1076"/>
          <ac:picMkLst>
            <pc:docMk/>
            <pc:sldMk cId="918663297" sldId="270"/>
            <ac:picMk id="7" creationId="{56D4A4DB-02AA-67E9-6108-96D0AD161326}"/>
          </ac:picMkLst>
        </pc:picChg>
        <pc:picChg chg="add mod">
          <ac:chgData name="yash thakur" userId="86dea3b3ec742fab" providerId="Windows Live" clId="Web-{B047DC1F-4E00-4B76-B125-1FCEA9016B83}" dt="2026-01-09T10:21:11.202" v="1043" actId="14100"/>
          <ac:picMkLst>
            <pc:docMk/>
            <pc:sldMk cId="918663297" sldId="270"/>
            <ac:picMk id="11" creationId="{0314331E-539D-A8AB-CED2-1C7A9BD94F63}"/>
          </ac:picMkLst>
        </pc:picChg>
      </pc:sldChg>
      <pc:sldChg chg="addSp delSp modSp new mod">
        <pc:chgData name="yash thakur" userId="86dea3b3ec742fab" providerId="Windows Live" clId="Web-{B047DC1F-4E00-4B76-B125-1FCEA9016B83}" dt="2026-01-09T10:33:42.291" v="1145"/>
        <pc:sldMkLst>
          <pc:docMk/>
          <pc:sldMk cId="1306232533" sldId="271"/>
        </pc:sldMkLst>
        <pc:spChg chg="add">
          <ac:chgData name="yash thakur" userId="86dea3b3ec742fab" providerId="Windows Live" clId="Web-{B047DC1F-4E00-4B76-B125-1FCEA9016B83}" dt="2026-01-09T10:22:21.503" v="1047"/>
          <ac:spMkLst>
            <pc:docMk/>
            <pc:sldMk cId="1306232533" sldId="271"/>
            <ac:spMk id="5" creationId="{9BF20C54-6189-DB9B-9431-D3D4DFC84F6F}"/>
          </ac:spMkLst>
        </pc:spChg>
        <pc:spChg chg="add mod">
          <ac:chgData name="yash thakur" userId="86dea3b3ec742fab" providerId="Windows Live" clId="Web-{B047DC1F-4E00-4B76-B125-1FCEA9016B83}" dt="2026-01-09T10:25:05.305" v="1091" actId="20577"/>
          <ac:spMkLst>
            <pc:docMk/>
            <pc:sldMk cId="1306232533" sldId="271"/>
            <ac:spMk id="7" creationId="{C21ABEF6-B54B-2B9A-2A57-32B9FD2F6AFD}"/>
          </ac:spMkLst>
        </pc:spChg>
        <pc:spChg chg="add mod">
          <ac:chgData name="yash thakur" userId="86dea3b3ec742fab" providerId="Windows Live" clId="Web-{B047DC1F-4E00-4B76-B125-1FCEA9016B83}" dt="2026-01-09T10:31:03.804" v="1126" actId="1076"/>
          <ac:spMkLst>
            <pc:docMk/>
            <pc:sldMk cId="1306232533" sldId="271"/>
            <ac:spMk id="10" creationId="{3B5FBBD4-F546-D69C-D022-228174503268}"/>
          </ac:spMkLst>
        </pc:spChg>
        <pc:spChg chg="add mod">
          <ac:chgData name="yash thakur" userId="86dea3b3ec742fab" providerId="Windows Live" clId="Web-{B047DC1F-4E00-4B76-B125-1FCEA9016B83}" dt="2026-01-09T10:30:58.038" v="1125" actId="1076"/>
          <ac:spMkLst>
            <pc:docMk/>
            <pc:sldMk cId="1306232533" sldId="271"/>
            <ac:spMk id="12" creationId="{E53D9F97-40AC-F3F9-0E11-EE40978567E4}"/>
          </ac:spMkLst>
        </pc:spChg>
        <pc:cxnChg chg="add mod">
          <ac:chgData name="yash thakur" userId="86dea3b3ec742fab" providerId="Windows Live" clId="Web-{B047DC1F-4E00-4B76-B125-1FCEA9016B83}" dt="2026-01-09T10:23:29.865" v="1057" actId="1076"/>
          <ac:cxnSpMkLst>
            <pc:docMk/>
            <pc:sldMk cId="1306232533" sldId="271"/>
            <ac:cxnSpMk id="9" creationId="{3DE2BEB1-143A-3DE8-9F84-18405A8775DA}"/>
          </ac:cxnSpMkLst>
        </pc:cxnChg>
      </pc:sldChg>
      <pc:sldChg chg="addSp delSp modSp new mod ord">
        <pc:chgData name="yash thakur" userId="86dea3b3ec742fab" providerId="Windows Live" clId="Web-{B047DC1F-4E00-4B76-B125-1FCEA9016B83}" dt="2026-01-09T10:41:33.468" v="1359" actId="1076"/>
        <pc:sldMkLst>
          <pc:docMk/>
          <pc:sldMk cId="2383750001" sldId="273"/>
        </pc:sldMkLst>
        <pc:spChg chg="add">
          <ac:chgData name="yash thakur" userId="86dea3b3ec742fab" providerId="Windows Live" clId="Web-{B047DC1F-4E00-4B76-B125-1FCEA9016B83}" dt="2026-01-09T10:32:48.056" v="1142"/>
          <ac:spMkLst>
            <pc:docMk/>
            <pc:sldMk cId="2383750001" sldId="273"/>
            <ac:spMk id="5" creationId="{797F8C25-72BF-D2B9-EDBC-F882297AA06E}"/>
          </ac:spMkLst>
        </pc:spChg>
        <pc:spChg chg="add mod">
          <ac:chgData name="yash thakur" userId="86dea3b3ec742fab" providerId="Windows Live" clId="Web-{B047DC1F-4E00-4B76-B125-1FCEA9016B83}" dt="2026-01-09T10:38:28.826" v="1306" actId="1076"/>
          <ac:spMkLst>
            <pc:docMk/>
            <pc:sldMk cId="2383750001" sldId="273"/>
            <ac:spMk id="6" creationId="{63C99F55-71A7-A600-CF34-1A1A89164DB6}"/>
          </ac:spMkLst>
        </pc:spChg>
        <pc:spChg chg="add mod">
          <ac:chgData name="yash thakur" userId="86dea3b3ec742fab" providerId="Windows Live" clId="Web-{B047DC1F-4E00-4B76-B125-1FCEA9016B83}" dt="2026-01-09T10:41:33.468" v="1359" actId="1076"/>
          <ac:spMkLst>
            <pc:docMk/>
            <pc:sldMk cId="2383750001" sldId="273"/>
            <ac:spMk id="8" creationId="{284E7359-FD3C-224E-8784-823873229EAC}"/>
          </ac:spMkLst>
        </pc:spChg>
        <pc:spChg chg="add mod">
          <ac:chgData name="yash thakur" userId="86dea3b3ec742fab" providerId="Windows Live" clId="Web-{B047DC1F-4E00-4B76-B125-1FCEA9016B83}" dt="2026-01-09T10:41:18.390" v="1357" actId="1076"/>
          <ac:spMkLst>
            <pc:docMk/>
            <pc:sldMk cId="2383750001" sldId="273"/>
            <ac:spMk id="9" creationId="{569792E5-9B8E-3343-568C-7E47609D857B}"/>
          </ac:spMkLst>
        </pc:spChg>
        <pc:cxnChg chg="add mod">
          <ac:chgData name="yash thakur" userId="86dea3b3ec742fab" providerId="Windows Live" clId="Web-{B047DC1F-4E00-4B76-B125-1FCEA9016B83}" dt="2026-01-09T10:38:34.170" v="1307" actId="1076"/>
          <ac:cxnSpMkLst>
            <pc:docMk/>
            <pc:sldMk cId="2383750001" sldId="273"/>
            <ac:cxnSpMk id="7" creationId="{DF4316A2-8EE8-E4B3-B2C9-D356160AE264}"/>
          </ac:cxnSpMkLst>
        </pc:cxnChg>
      </pc:sldChg>
      <pc:sldChg chg="addSp delSp modSp new">
        <pc:chgData name="yash thakur" userId="86dea3b3ec742fab" providerId="Windows Live" clId="Web-{B047DC1F-4E00-4B76-B125-1FCEA9016B83}" dt="2026-01-09T11:01:00.523" v="1458" actId="1076"/>
        <pc:sldMkLst>
          <pc:docMk/>
          <pc:sldMk cId="2994571288" sldId="274"/>
        </pc:sldMkLst>
        <pc:spChg chg="add">
          <ac:chgData name="yash thakur" userId="86dea3b3ec742fab" providerId="Windows Live" clId="Web-{B047DC1F-4E00-4B76-B125-1FCEA9016B83}" dt="2026-01-09T10:43:44.782" v="1364"/>
          <ac:spMkLst>
            <pc:docMk/>
            <pc:sldMk cId="2994571288" sldId="274"/>
            <ac:spMk id="6" creationId="{DDA69B1D-1D98-B6DF-95D4-9499D9182171}"/>
          </ac:spMkLst>
        </pc:spChg>
        <pc:picChg chg="add mod">
          <ac:chgData name="yash thakur" userId="86dea3b3ec742fab" providerId="Windows Live" clId="Web-{B047DC1F-4E00-4B76-B125-1FCEA9016B83}" dt="2026-01-09T11:00:56.242" v="1457" actId="14100"/>
          <ac:picMkLst>
            <pc:docMk/>
            <pc:sldMk cId="2994571288" sldId="274"/>
            <ac:picMk id="7" creationId="{7C8F2B5E-45F1-F0D9-A686-B8DD8E52B344}"/>
          </ac:picMkLst>
        </pc:picChg>
        <pc:picChg chg="add mod">
          <ac:chgData name="yash thakur" userId="86dea3b3ec742fab" providerId="Windows Live" clId="Web-{B047DC1F-4E00-4B76-B125-1FCEA9016B83}" dt="2026-01-09T11:00:29.398" v="1449" actId="1076"/>
          <ac:picMkLst>
            <pc:docMk/>
            <pc:sldMk cId="2994571288" sldId="274"/>
            <ac:picMk id="8" creationId="{241D4A4E-4150-02C3-C184-3BD347F865C8}"/>
          </ac:picMkLst>
        </pc:picChg>
        <pc:picChg chg="add mod">
          <ac:chgData name="yash thakur" userId="86dea3b3ec742fab" providerId="Windows Live" clId="Web-{B047DC1F-4E00-4B76-B125-1FCEA9016B83}" dt="2026-01-09T11:00:32.867" v="1450" actId="1076"/>
          <ac:picMkLst>
            <pc:docMk/>
            <pc:sldMk cId="2994571288" sldId="274"/>
            <ac:picMk id="9" creationId="{0E46F705-5927-FF5A-D4D4-E27FCA847170}"/>
          </ac:picMkLst>
        </pc:picChg>
        <pc:picChg chg="add mod">
          <ac:chgData name="yash thakur" userId="86dea3b3ec742fab" providerId="Windows Live" clId="Web-{B047DC1F-4E00-4B76-B125-1FCEA9016B83}" dt="2026-01-09T11:00:35.226" v="1451" actId="1076"/>
          <ac:picMkLst>
            <pc:docMk/>
            <pc:sldMk cId="2994571288" sldId="274"/>
            <ac:picMk id="10" creationId="{1CA27B62-1F84-D687-8CFF-3D114D3C6114}"/>
          </ac:picMkLst>
        </pc:picChg>
        <pc:picChg chg="add mod">
          <ac:chgData name="yash thakur" userId="86dea3b3ec742fab" providerId="Windows Live" clId="Web-{B047DC1F-4E00-4B76-B125-1FCEA9016B83}" dt="2026-01-09T10:59:43.256" v="1438" actId="1076"/>
          <ac:picMkLst>
            <pc:docMk/>
            <pc:sldMk cId="2994571288" sldId="274"/>
            <ac:picMk id="11" creationId="{05F0FA56-5E47-3C51-6E75-A514B7BB0A24}"/>
          </ac:picMkLst>
        </pc:picChg>
        <pc:picChg chg="add mod">
          <ac:chgData name="yash thakur" userId="86dea3b3ec742fab" providerId="Windows Live" clId="Web-{B047DC1F-4E00-4B76-B125-1FCEA9016B83}" dt="2026-01-09T10:59:45.038" v="1439" actId="1076"/>
          <ac:picMkLst>
            <pc:docMk/>
            <pc:sldMk cId="2994571288" sldId="274"/>
            <ac:picMk id="12" creationId="{13640BD6-64E4-A905-192A-528CA05F381C}"/>
          </ac:picMkLst>
        </pc:picChg>
        <pc:picChg chg="add mod">
          <ac:chgData name="yash thakur" userId="86dea3b3ec742fab" providerId="Windows Live" clId="Web-{B047DC1F-4E00-4B76-B125-1FCEA9016B83}" dt="2026-01-09T11:00:38.679" v="1453" actId="1076"/>
          <ac:picMkLst>
            <pc:docMk/>
            <pc:sldMk cId="2994571288" sldId="274"/>
            <ac:picMk id="13" creationId="{E278CE8E-A1B2-B794-BF41-D1621261CC61}"/>
          </ac:picMkLst>
        </pc:picChg>
        <pc:picChg chg="add mod">
          <ac:chgData name="yash thakur" userId="86dea3b3ec742fab" providerId="Windows Live" clId="Web-{B047DC1F-4E00-4B76-B125-1FCEA9016B83}" dt="2026-01-09T11:01:00.523" v="1458" actId="1076"/>
          <ac:picMkLst>
            <pc:docMk/>
            <pc:sldMk cId="2994571288" sldId="274"/>
            <ac:picMk id="14" creationId="{1BAEE329-CB80-B9B4-F4EF-988E8385DF1B}"/>
          </ac:picMkLst>
        </pc:picChg>
      </pc:sldChg>
      <pc:sldChg chg="addSp delSp modSp new">
        <pc:chgData name="yash thakur" userId="86dea3b3ec742fab" providerId="Windows Live" clId="Web-{B047DC1F-4E00-4B76-B125-1FCEA9016B83}" dt="2026-01-09T11:38:52.679" v="1783" actId="20577"/>
        <pc:sldMkLst>
          <pc:docMk/>
          <pc:sldMk cId="4189400231" sldId="275"/>
        </pc:sldMkLst>
        <pc:spChg chg="add">
          <ac:chgData name="yash thakur" userId="86dea3b3ec742fab" providerId="Windows Live" clId="Web-{B047DC1F-4E00-4B76-B125-1FCEA9016B83}" dt="2026-01-09T10:56:23.798" v="1416"/>
          <ac:spMkLst>
            <pc:docMk/>
            <pc:sldMk cId="4189400231" sldId="275"/>
            <ac:spMk id="6" creationId="{E7DA0235-DFEF-BC4A-854E-17C7CBC4FAB8}"/>
          </ac:spMkLst>
        </pc:spChg>
        <pc:spChg chg="add mod">
          <ac:chgData name="yash thakur" userId="86dea3b3ec742fab" providerId="Windows Live" clId="Web-{B047DC1F-4E00-4B76-B125-1FCEA9016B83}" dt="2026-01-09T10:57:04.549" v="1436" actId="20577"/>
          <ac:spMkLst>
            <pc:docMk/>
            <pc:sldMk cId="4189400231" sldId="275"/>
            <ac:spMk id="8" creationId="{D32DCC60-901C-9B24-6952-BF409216A987}"/>
          </ac:spMkLst>
        </pc:spChg>
        <pc:spChg chg="add mod">
          <ac:chgData name="yash thakur" userId="86dea3b3ec742fab" providerId="Windows Live" clId="Web-{B047DC1F-4E00-4B76-B125-1FCEA9016B83}" dt="2026-01-09T11:23:30.513" v="1494" actId="14100"/>
          <ac:spMkLst>
            <pc:docMk/>
            <pc:sldMk cId="4189400231" sldId="275"/>
            <ac:spMk id="11" creationId="{2620D2A5-A35A-AD98-2971-5F3B2FF90367}"/>
          </ac:spMkLst>
        </pc:spChg>
        <pc:spChg chg="add mod">
          <ac:chgData name="yash thakur" userId="86dea3b3ec742fab" providerId="Windows Live" clId="Web-{B047DC1F-4E00-4B76-B125-1FCEA9016B83}" dt="2026-01-09T11:36:47.044" v="1730" actId="20577"/>
          <ac:spMkLst>
            <pc:docMk/>
            <pc:sldMk cId="4189400231" sldId="275"/>
            <ac:spMk id="12" creationId="{A989FDD2-7CDA-45CA-28FA-F6E212DFC807}"/>
          </ac:spMkLst>
        </pc:spChg>
        <pc:spChg chg="add mod">
          <ac:chgData name="yash thakur" userId="86dea3b3ec742fab" providerId="Windows Live" clId="Web-{B047DC1F-4E00-4B76-B125-1FCEA9016B83}" dt="2026-01-09T11:38:52.679" v="1783" actId="20577"/>
          <ac:spMkLst>
            <pc:docMk/>
            <pc:sldMk cId="4189400231" sldId="275"/>
            <ac:spMk id="13" creationId="{2A68FD48-1E2E-A989-A471-543F65DE952B}"/>
          </ac:spMkLst>
        </pc:spChg>
        <pc:cxnChg chg="add">
          <ac:chgData name="yash thakur" userId="86dea3b3ec742fab" providerId="Windows Live" clId="Web-{B047DC1F-4E00-4B76-B125-1FCEA9016B83}" dt="2026-01-09T10:56:53.252" v="1418"/>
          <ac:cxnSpMkLst>
            <pc:docMk/>
            <pc:sldMk cId="4189400231" sldId="275"/>
            <ac:cxnSpMk id="10" creationId="{90EBA4F6-562F-9432-71F8-A82A1975EC0C}"/>
          </ac:cxnSpMkLst>
        </pc:cxnChg>
      </pc:sldChg>
      <pc:sldChg chg="addSp delSp modSp new">
        <pc:chgData name="yash thakur" userId="86dea3b3ec742fab" providerId="Windows Live" clId="Web-{B047DC1F-4E00-4B76-B125-1FCEA9016B83}" dt="2026-01-09T11:43:31.174" v="1930" actId="20577"/>
        <pc:sldMkLst>
          <pc:docMk/>
          <pc:sldMk cId="3042317595" sldId="276"/>
        </pc:sldMkLst>
        <pc:spChg chg="add">
          <ac:chgData name="yash thakur" userId="86dea3b3ec742fab" providerId="Windows Live" clId="Web-{B047DC1F-4E00-4B76-B125-1FCEA9016B83}" dt="2026-01-09T11:40:24.949" v="1788"/>
          <ac:spMkLst>
            <pc:docMk/>
            <pc:sldMk cId="3042317595" sldId="276"/>
            <ac:spMk id="6" creationId="{743A2E94-F3B1-718E-909E-94258391F4AF}"/>
          </ac:spMkLst>
        </pc:spChg>
        <pc:spChg chg="add mod">
          <ac:chgData name="yash thakur" userId="86dea3b3ec742fab" providerId="Windows Live" clId="Web-{B047DC1F-4E00-4B76-B125-1FCEA9016B83}" dt="2026-01-09T11:41:02.263" v="1805" actId="20577"/>
          <ac:spMkLst>
            <pc:docMk/>
            <pc:sldMk cId="3042317595" sldId="276"/>
            <ac:spMk id="8" creationId="{9D36DCAF-4787-BD72-8CEB-6B83D829892E}"/>
          </ac:spMkLst>
        </pc:spChg>
        <pc:spChg chg="add mod">
          <ac:chgData name="yash thakur" userId="86dea3b3ec742fab" providerId="Windows Live" clId="Web-{B047DC1F-4E00-4B76-B125-1FCEA9016B83}" dt="2026-01-09T11:43:31.174" v="1930" actId="20577"/>
          <ac:spMkLst>
            <pc:docMk/>
            <pc:sldMk cId="3042317595" sldId="276"/>
            <ac:spMk id="11" creationId="{048C819F-8DCB-07C0-3698-2C38042D04F9}"/>
          </ac:spMkLst>
        </pc:spChg>
        <pc:cxnChg chg="add">
          <ac:chgData name="yash thakur" userId="86dea3b3ec742fab" providerId="Windows Live" clId="Web-{B047DC1F-4E00-4B76-B125-1FCEA9016B83}" dt="2026-01-09T11:40:40.575" v="1790"/>
          <ac:cxnSpMkLst>
            <pc:docMk/>
            <pc:sldMk cId="3042317595" sldId="276"/>
            <ac:cxnSpMk id="10" creationId="{F00B1194-A10D-BF9B-E3CF-32A6E72622F3}"/>
          </ac:cxnSpMkLst>
        </pc:cxnChg>
      </pc:sldChg>
      <pc:sldChg chg="modSp add replId">
        <pc:chgData name="yash thakur" userId="86dea3b3ec742fab" providerId="Windows Live" clId="Web-{B047DC1F-4E00-4B76-B125-1FCEA9016B83}" dt="2026-01-09T11:48:04.554" v="2025" actId="20577"/>
        <pc:sldMkLst>
          <pc:docMk/>
          <pc:sldMk cId="2756947850" sldId="277"/>
        </pc:sldMkLst>
        <pc:spChg chg="mod">
          <ac:chgData name="yash thakur" userId="86dea3b3ec742fab" providerId="Windows Live" clId="Web-{B047DC1F-4E00-4B76-B125-1FCEA9016B83}" dt="2026-01-09T11:45:17.301" v="1993" actId="14100"/>
          <ac:spMkLst>
            <pc:docMk/>
            <pc:sldMk cId="2756947850" sldId="277"/>
            <ac:spMk id="8" creationId="{C2251F51-212D-5346-9AD3-62AF9DB75B53}"/>
          </ac:spMkLst>
        </pc:spChg>
        <pc:spChg chg="mod">
          <ac:chgData name="yash thakur" userId="86dea3b3ec742fab" providerId="Windows Live" clId="Web-{B047DC1F-4E00-4B76-B125-1FCEA9016B83}" dt="2026-01-09T11:48:04.554" v="2025" actId="20577"/>
          <ac:spMkLst>
            <pc:docMk/>
            <pc:sldMk cId="2756947850" sldId="277"/>
            <ac:spMk id="11" creationId="{BF234C86-AEDC-1885-F8B8-A8D51FC391DB}"/>
          </ac:spMkLst>
        </pc:spChg>
      </pc:sldChg>
      <pc:sldChg chg="addSp modSp add replId">
        <pc:chgData name="yash thakur" userId="86dea3b3ec742fab" providerId="Windows Live" clId="Web-{B047DC1F-4E00-4B76-B125-1FCEA9016B83}" dt="2026-01-09T12:11:27.784" v="2274" actId="20577"/>
        <pc:sldMkLst>
          <pc:docMk/>
          <pc:sldMk cId="75512361" sldId="278"/>
        </pc:sldMkLst>
        <pc:spChg chg="add mod">
          <ac:chgData name="yash thakur" userId="86dea3b3ec742fab" providerId="Windows Live" clId="Web-{B047DC1F-4E00-4B76-B125-1FCEA9016B83}" dt="2026-01-09T12:11:27.784" v="2274" actId="20577"/>
          <ac:spMkLst>
            <pc:docMk/>
            <pc:sldMk cId="75512361" sldId="278"/>
            <ac:spMk id="2" creationId="{C0DA9A0B-BDFA-95E2-841C-055E9393454D}"/>
          </ac:spMkLst>
        </pc:spChg>
        <pc:spChg chg="mod">
          <ac:chgData name="yash thakur" userId="86dea3b3ec742fab" providerId="Windows Live" clId="Web-{B047DC1F-4E00-4B76-B125-1FCEA9016B83}" dt="2026-01-09T11:52:05.042" v="2039" actId="20577"/>
          <ac:spMkLst>
            <pc:docMk/>
            <pc:sldMk cId="75512361" sldId="278"/>
            <ac:spMk id="8" creationId="{4D0D9917-C4B3-AC83-BF69-0EC5202FD7EE}"/>
          </ac:spMkLst>
        </pc:spChg>
        <pc:spChg chg="mod">
          <ac:chgData name="yash thakur" userId="86dea3b3ec742fab" providerId="Windows Live" clId="Web-{B047DC1F-4E00-4B76-B125-1FCEA9016B83}" dt="2026-01-09T12:03:45" v="2067" actId="1076"/>
          <ac:spMkLst>
            <pc:docMk/>
            <pc:sldMk cId="75512361" sldId="278"/>
            <ac:spMk id="11" creationId="{6FB40B1E-0601-5814-F06D-D394F9B973A7}"/>
          </ac:spMkLst>
        </pc:spChg>
      </pc:sldChg>
      <pc:sldChg chg="addSp delSp modSp add replId">
        <pc:chgData name="yash thakur" userId="86dea3b3ec742fab" providerId="Windows Live" clId="Web-{B047DC1F-4E00-4B76-B125-1FCEA9016B83}" dt="2026-01-09T15:20:32.820" v="2551" actId="14100"/>
        <pc:sldMkLst>
          <pc:docMk/>
          <pc:sldMk cId="3099447527" sldId="279"/>
        </pc:sldMkLst>
        <pc:spChg chg="mod">
          <ac:chgData name="yash thakur" userId="86dea3b3ec742fab" providerId="Windows Live" clId="Web-{B047DC1F-4E00-4B76-B125-1FCEA9016B83}" dt="2026-01-09T15:20:32.820" v="2551" actId="14100"/>
          <ac:spMkLst>
            <pc:docMk/>
            <pc:sldMk cId="3099447527" sldId="279"/>
            <ac:spMk id="6" creationId="{6F9A58FB-1434-1399-6713-F3E5E3718C60}"/>
          </ac:spMkLst>
        </pc:spChg>
        <pc:spChg chg="mod">
          <ac:chgData name="yash thakur" userId="86dea3b3ec742fab" providerId="Windows Live" clId="Web-{B047DC1F-4E00-4B76-B125-1FCEA9016B83}" dt="2026-01-09T12:12:06.568" v="2298" actId="20577"/>
          <ac:spMkLst>
            <pc:docMk/>
            <pc:sldMk cId="3099447527" sldId="279"/>
            <ac:spMk id="8" creationId="{B46B49EA-3AF4-DB3F-E086-0ECC9ACAB82F}"/>
          </ac:spMkLst>
        </pc:spChg>
      </pc:sldChg>
      <pc:sldChg chg="addSp delSp modSp add replId">
        <pc:chgData name="yash thakur" userId="86dea3b3ec742fab" providerId="Windows Live" clId="Web-{B047DC1F-4E00-4B76-B125-1FCEA9016B83}" dt="2026-01-09T15:18:53.615" v="2530" actId="1076"/>
        <pc:sldMkLst>
          <pc:docMk/>
          <pc:sldMk cId="125686291" sldId="280"/>
        </pc:sldMkLst>
        <pc:spChg chg="add mod">
          <ac:chgData name="yash thakur" userId="86dea3b3ec742fab" providerId="Windows Live" clId="Web-{B047DC1F-4E00-4B76-B125-1FCEA9016B83}" dt="2026-01-09T13:12:16.385" v="2372" actId="14100"/>
          <ac:spMkLst>
            <pc:docMk/>
            <pc:sldMk cId="125686291" sldId="280"/>
            <ac:spMk id="2" creationId="{B22F91A4-FEDA-E605-D5ED-C4FB5B8517DD}"/>
          </ac:spMkLst>
        </pc:spChg>
        <pc:spChg chg="mod">
          <ac:chgData name="yash thakur" userId="86dea3b3ec742fab" providerId="Windows Live" clId="Web-{B047DC1F-4E00-4B76-B125-1FCEA9016B83}" dt="2026-01-09T15:18:53.615" v="2530" actId="1076"/>
          <ac:spMkLst>
            <pc:docMk/>
            <pc:sldMk cId="125686291" sldId="280"/>
            <ac:spMk id="6" creationId="{698F3BE8-F93B-F75C-A5E4-F34FCC4A7848}"/>
          </ac:spMkLst>
        </pc:spChg>
        <pc:spChg chg="mod">
          <ac:chgData name="yash thakur" userId="86dea3b3ec742fab" providerId="Windows Live" clId="Web-{B047DC1F-4E00-4B76-B125-1FCEA9016B83}" dt="2026-01-09T12:20:24.790" v="2361" actId="20577"/>
          <ac:spMkLst>
            <pc:docMk/>
            <pc:sldMk cId="125686291" sldId="280"/>
            <ac:spMk id="8" creationId="{8695B770-CFE9-F45C-95DA-9CFA1ED8EE6D}"/>
          </ac:spMkLst>
        </pc:spChg>
        <pc:picChg chg="add mod">
          <ac:chgData name="yash thakur" userId="86dea3b3ec742fab" providerId="Windows Live" clId="Web-{B047DC1F-4E00-4B76-B125-1FCEA9016B83}" dt="2026-01-09T13:12:44.104" v="2375" actId="1076"/>
          <ac:picMkLst>
            <pc:docMk/>
            <pc:sldMk cId="125686291" sldId="280"/>
            <ac:picMk id="3" creationId="{B58BB9BB-044B-F174-FE4B-1407844F4F2F}"/>
          </ac:picMkLst>
        </pc:picChg>
      </pc:sldChg>
      <pc:sldChg chg="addSp delSp modSp new">
        <pc:chgData name="yash thakur" userId="86dea3b3ec742fab" providerId="Windows Live" clId="Web-{B047DC1F-4E00-4B76-B125-1FCEA9016B83}" dt="2026-01-09T15:21:12.649" v="2556" actId="20577"/>
        <pc:sldMkLst>
          <pc:docMk/>
          <pc:sldMk cId="2672866865" sldId="281"/>
        </pc:sldMkLst>
        <pc:spChg chg="add mod">
          <ac:chgData name="yash thakur" userId="86dea3b3ec742fab" providerId="Windows Live" clId="Web-{B047DC1F-4E00-4B76-B125-1FCEA9016B83}" dt="2026-01-09T15:21:12.649" v="2556" actId="20577"/>
          <ac:spMkLst>
            <pc:docMk/>
            <pc:sldMk cId="2672866865" sldId="281"/>
            <ac:spMk id="3" creationId="{7EBB5FB5-C768-0276-5DDA-3C63B2AB5B80}"/>
          </ac:spMkLst>
        </pc:spChg>
        <pc:spChg chg="add mod">
          <ac:chgData name="yash thakur" userId="86dea3b3ec742fab" providerId="Windows Live" clId="Web-{B047DC1F-4E00-4B76-B125-1FCEA9016B83}" dt="2026-01-09T14:22:20.857" v="2449" actId="20577"/>
          <ac:spMkLst>
            <pc:docMk/>
            <pc:sldMk cId="2672866865" sldId="281"/>
            <ac:spMk id="5" creationId="{6A464630-064F-C180-5B36-7F81E04EDD8A}"/>
          </ac:spMkLst>
        </pc:spChg>
        <pc:spChg chg="add mod">
          <ac:chgData name="yash thakur" userId="86dea3b3ec742fab" providerId="Windows Live" clId="Web-{B047DC1F-4E00-4B76-B125-1FCEA9016B83}" dt="2026-01-09T14:18:05.586" v="2416"/>
          <ac:spMkLst>
            <pc:docMk/>
            <pc:sldMk cId="2672866865" sldId="281"/>
            <ac:spMk id="9" creationId="{81E349D7-84EA-9AF0-6717-163B56C5C2D4}"/>
          </ac:spMkLst>
        </pc:spChg>
        <pc:picChg chg="add mod">
          <ac:chgData name="yash thakur" userId="86dea3b3ec742fab" providerId="Windows Live" clId="Web-{B047DC1F-4E00-4B76-B125-1FCEA9016B83}" dt="2026-01-09T14:21:15.950" v="2443" actId="14100"/>
          <ac:picMkLst>
            <pc:docMk/>
            <pc:sldMk cId="2672866865" sldId="281"/>
            <ac:picMk id="12" creationId="{13777E54-155E-C0E0-3CCB-B3AEDBC09DF1}"/>
          </ac:picMkLst>
        </pc:picChg>
        <pc:picChg chg="add mod">
          <ac:chgData name="yash thakur" userId="86dea3b3ec742fab" providerId="Windows Live" clId="Web-{B047DC1F-4E00-4B76-B125-1FCEA9016B83}" dt="2026-01-09T14:22:30.779" v="2451" actId="1076"/>
          <ac:picMkLst>
            <pc:docMk/>
            <pc:sldMk cId="2672866865" sldId="281"/>
            <ac:picMk id="13" creationId="{776967F0-E770-C007-4879-47199CFD6A80}"/>
          </ac:picMkLst>
        </pc:picChg>
        <pc:picChg chg="add mod">
          <ac:chgData name="yash thakur" userId="86dea3b3ec742fab" providerId="Windows Live" clId="Web-{B047DC1F-4E00-4B76-B125-1FCEA9016B83}" dt="2026-01-09T14:22:34.248" v="2452" actId="1076"/>
          <ac:picMkLst>
            <pc:docMk/>
            <pc:sldMk cId="2672866865" sldId="281"/>
            <ac:picMk id="14" creationId="{D766FA52-3C63-6C15-58F4-E7C4A6C89A8F}"/>
          </ac:picMkLst>
        </pc:picChg>
        <pc:cxnChg chg="add">
          <ac:chgData name="yash thakur" userId="86dea3b3ec742fab" providerId="Windows Live" clId="Web-{B047DC1F-4E00-4B76-B125-1FCEA9016B83}" dt="2026-01-09T14:07:54.044" v="2382"/>
          <ac:cxnSpMkLst>
            <pc:docMk/>
            <pc:sldMk cId="2672866865" sldId="281"/>
            <ac:cxnSpMk id="7" creationId="{D4DD5D7C-4542-5786-6624-CC16E004721F}"/>
          </ac:cxnSpMkLst>
        </pc:cxnChg>
      </pc:sldChg>
      <pc:sldChg chg="addSp delSp modSp new">
        <pc:chgData name="yash thakur" userId="86dea3b3ec742fab" providerId="Windows Live" clId="Web-{B047DC1F-4E00-4B76-B125-1FCEA9016B83}" dt="2026-01-09T15:23:41.511" v="2580" actId="1076"/>
        <pc:sldMkLst>
          <pc:docMk/>
          <pc:sldMk cId="2631907878" sldId="282"/>
        </pc:sldMkLst>
        <pc:spChg chg="add mod">
          <ac:chgData name="yash thakur" userId="86dea3b3ec742fab" providerId="Windows Live" clId="Web-{B047DC1F-4E00-4B76-B125-1FCEA9016B83}" dt="2026-01-09T15:16:01.016" v="2492" actId="20577"/>
          <ac:spMkLst>
            <pc:docMk/>
            <pc:sldMk cId="2631907878" sldId="282"/>
            <ac:spMk id="8" creationId="{50E1C85B-8C13-23B0-639D-DD2C14367313}"/>
          </ac:spMkLst>
        </pc:spChg>
        <pc:spChg chg="add mod">
          <ac:chgData name="yash thakur" userId="86dea3b3ec742fab" providerId="Windows Live" clId="Web-{B047DC1F-4E00-4B76-B125-1FCEA9016B83}" dt="2026-01-09T15:21:18.009" v="2558" actId="20577"/>
          <ac:spMkLst>
            <pc:docMk/>
            <pc:sldMk cId="2631907878" sldId="282"/>
            <ac:spMk id="12" creationId="{34A5E867-7230-CCAA-7B09-A2FE01CD6668}"/>
          </ac:spMkLst>
        </pc:spChg>
        <pc:spChg chg="add mod">
          <ac:chgData name="yash thakur" userId="86dea3b3ec742fab" providerId="Windows Live" clId="Web-{B047DC1F-4E00-4B76-B125-1FCEA9016B83}" dt="2026-01-09T15:23:41.511" v="2580" actId="1076"/>
          <ac:spMkLst>
            <pc:docMk/>
            <pc:sldMk cId="2631907878" sldId="282"/>
            <ac:spMk id="14" creationId="{48E68ECE-B1C1-098D-BAFA-4CB101FD4BA7}"/>
          </ac:spMkLst>
        </pc:spChg>
        <pc:cxnChg chg="add">
          <ac:chgData name="yash thakur" userId="86dea3b3ec742fab" providerId="Windows Live" clId="Web-{B047DC1F-4E00-4B76-B125-1FCEA9016B83}" dt="2026-01-09T15:15:17.671" v="2463"/>
          <ac:cxnSpMkLst>
            <pc:docMk/>
            <pc:sldMk cId="2631907878" sldId="282"/>
            <ac:cxnSpMk id="10" creationId="{1A61B85D-60B2-35CA-06BD-279C16A2B1CA}"/>
          </ac:cxnSpMkLst>
        </pc:cxnChg>
      </pc:sldChg>
      <pc:sldChg chg="modSp add replId">
        <pc:chgData name="yash thakur" userId="86dea3b3ec742fab" providerId="Windows Live" clId="Web-{B047DC1F-4E00-4B76-B125-1FCEA9016B83}" dt="2026-01-09T15:35:55.803" v="2659" actId="20577"/>
        <pc:sldMkLst>
          <pc:docMk/>
          <pc:sldMk cId="1078681918" sldId="283"/>
        </pc:sldMkLst>
        <pc:spChg chg="mod">
          <ac:chgData name="yash thakur" userId="86dea3b3ec742fab" providerId="Windows Live" clId="Web-{B047DC1F-4E00-4B76-B125-1FCEA9016B83}" dt="2026-01-09T15:32:45.828" v="2650" actId="20577"/>
          <ac:spMkLst>
            <pc:docMk/>
            <pc:sldMk cId="1078681918" sldId="283"/>
            <ac:spMk id="8" creationId="{F2E2DBE7-D045-0742-E425-5C153C430B4C}"/>
          </ac:spMkLst>
        </pc:spChg>
        <pc:spChg chg="mod">
          <ac:chgData name="yash thakur" userId="86dea3b3ec742fab" providerId="Windows Live" clId="Web-{B047DC1F-4E00-4B76-B125-1FCEA9016B83}" dt="2026-01-09T15:35:55.803" v="2659" actId="20577"/>
          <ac:spMkLst>
            <pc:docMk/>
            <pc:sldMk cId="1078681918" sldId="283"/>
            <ac:spMk id="14" creationId="{1857A55A-3045-1ACC-BF55-EB252A978B6C}"/>
          </ac:spMkLst>
        </pc:spChg>
        <pc:cxnChg chg="mod">
          <ac:chgData name="yash thakur" userId="86dea3b3ec742fab" providerId="Windows Live" clId="Web-{B047DC1F-4E00-4B76-B125-1FCEA9016B83}" dt="2026-01-09T15:32:55.969" v="2652" actId="14100"/>
          <ac:cxnSpMkLst>
            <pc:docMk/>
            <pc:sldMk cId="1078681918" sldId="283"/>
            <ac:cxnSpMk id="10" creationId="{2D2590A5-6FD5-11DF-8EC6-68C429C5DCF7}"/>
          </ac:cxnSpMkLst>
        </pc:cxnChg>
      </pc:sldChg>
      <pc:sldMasterChg chg="mod setBg modSldLayout">
        <pc:chgData name="yash thakur" userId="86dea3b3ec742fab" providerId="Windows Live" clId="Web-{B047DC1F-4E00-4B76-B125-1FCEA9016B83}" dt="2026-01-09T10:33:42.291" v="1145"/>
        <pc:sldMasterMkLst>
          <pc:docMk/>
          <pc:sldMasterMk cId="0" sldId="2147483648"/>
        </pc:sldMasterMkLst>
        <pc:sldLayoutChg chg="mod">
          <pc:chgData name="yash thakur" userId="86dea3b3ec742fab" providerId="Windows Live" clId="Web-{B047DC1F-4E00-4B76-B125-1FCEA9016B83}" dt="2026-01-09T10:33:42.291" v="1145"/>
          <pc:sldLayoutMkLst>
            <pc:docMk/>
            <pc:sldMasterMk cId="0" sldId="2147483648"/>
            <pc:sldLayoutMk cId="0" sldId="2147483649"/>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50"/>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51"/>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52"/>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53"/>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54"/>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55"/>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56"/>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57"/>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58"/>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59"/>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60"/>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61"/>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62"/>
          </pc:sldLayoutMkLst>
        </pc:sldLayoutChg>
        <pc:sldLayoutChg chg="mod">
          <pc:chgData name="yash thakur" userId="86dea3b3ec742fab" providerId="Windows Live" clId="Web-{B047DC1F-4E00-4B76-B125-1FCEA9016B83}" dt="2026-01-09T10:33:42.291" v="1145"/>
          <pc:sldLayoutMkLst>
            <pc:docMk/>
            <pc:sldMasterMk cId="0" sldId="2147483648"/>
            <pc:sldLayoutMk cId="0" sldId="2147483663"/>
          </pc:sldLayoutMkLst>
        </pc:sldLayoutChg>
      </pc:sldMasterChg>
    </pc:docChg>
  </pc:docChgLst>
  <pc:docChgLst>
    <pc:chgData name="yash thakur" userId="86dea3b3ec742fab" providerId="Windows Live" clId="Web-{2A7A67A7-5297-406B-AB55-99BA3CD6BEBC}"/>
    <pc:docChg chg="addSld modSld">
      <pc:chgData name="yash thakur" userId="86dea3b3ec742fab" providerId="Windows Live" clId="Web-{2A7A67A7-5297-406B-AB55-99BA3CD6BEBC}" dt="2026-01-11T18:09:58.756" v="98" actId="20577"/>
      <pc:docMkLst>
        <pc:docMk/>
      </pc:docMkLst>
      <pc:sldChg chg="addSp delSp modSp add replId">
        <pc:chgData name="yash thakur" userId="86dea3b3ec742fab" providerId="Windows Live" clId="Web-{2A7A67A7-5297-406B-AB55-99BA3CD6BEBC}" dt="2026-01-11T17:38:25.358" v="25" actId="14100"/>
        <pc:sldMkLst>
          <pc:docMk/>
          <pc:sldMk cId="2581965928" sldId="290"/>
        </pc:sldMkLst>
        <pc:spChg chg="mod">
          <ac:chgData name="yash thakur" userId="86dea3b3ec742fab" providerId="Windows Live" clId="Web-{2A7A67A7-5297-406B-AB55-99BA3CD6BEBC}" dt="2026-01-11T17:37:05.572" v="14" actId="20577"/>
          <ac:spMkLst>
            <pc:docMk/>
            <pc:sldMk cId="2581965928" sldId="290"/>
            <ac:spMk id="8" creationId="{4B834525-CC2E-09AD-1943-265C7D93C83F}"/>
          </ac:spMkLst>
        </pc:spChg>
        <pc:spChg chg="mod">
          <ac:chgData name="yash thakur" userId="86dea3b3ec742fab" providerId="Windows Live" clId="Web-{2A7A67A7-5297-406B-AB55-99BA3CD6BEBC}" dt="2026-01-11T17:37:31.183" v="16" actId="14100"/>
          <ac:spMkLst>
            <pc:docMk/>
            <pc:sldMk cId="2581965928" sldId="290"/>
            <ac:spMk id="14" creationId="{C728D3D2-2CA0-DE76-0FBD-D3AD9BE6A1D7}"/>
          </ac:spMkLst>
        </pc:spChg>
        <pc:picChg chg="add mod">
          <ac:chgData name="yash thakur" userId="86dea3b3ec742fab" providerId="Windows Live" clId="Web-{2A7A67A7-5297-406B-AB55-99BA3CD6BEBC}" dt="2026-01-11T17:38:19.593" v="23" actId="1076"/>
          <ac:picMkLst>
            <pc:docMk/>
            <pc:sldMk cId="2581965928" sldId="290"/>
            <ac:picMk id="2" creationId="{45CEFDAF-D98B-D8C0-B874-758A21F19479}"/>
          </ac:picMkLst>
        </pc:picChg>
        <pc:picChg chg="add mod">
          <ac:chgData name="yash thakur" userId="86dea3b3ec742fab" providerId="Windows Live" clId="Web-{2A7A67A7-5297-406B-AB55-99BA3CD6BEBC}" dt="2026-01-11T17:38:25.358" v="25" actId="14100"/>
          <ac:picMkLst>
            <pc:docMk/>
            <pc:sldMk cId="2581965928" sldId="290"/>
            <ac:picMk id="5" creationId="{B2054378-BDD9-385C-4433-C85FFBAC74C6}"/>
          </ac:picMkLst>
        </pc:picChg>
        <pc:cxnChg chg="mod">
          <ac:chgData name="yash thakur" userId="86dea3b3ec742fab" providerId="Windows Live" clId="Web-{2A7A67A7-5297-406B-AB55-99BA3CD6BEBC}" dt="2026-01-11T17:37:42.700" v="18" actId="14100"/>
          <ac:cxnSpMkLst>
            <pc:docMk/>
            <pc:sldMk cId="2581965928" sldId="290"/>
            <ac:cxnSpMk id="19" creationId="{7444D6D0-215C-BCD2-51C4-30B62E2367F1}"/>
          </ac:cxnSpMkLst>
        </pc:cxnChg>
      </pc:sldChg>
      <pc:sldChg chg="addSp delSp modSp add replId">
        <pc:chgData name="yash thakur" userId="86dea3b3ec742fab" providerId="Windows Live" clId="Web-{2A7A67A7-5297-406B-AB55-99BA3CD6BEBC}" dt="2026-01-11T18:09:58.756" v="98" actId="20577"/>
        <pc:sldMkLst>
          <pc:docMk/>
          <pc:sldMk cId="2926411993" sldId="291"/>
        </pc:sldMkLst>
        <pc:spChg chg="add mod">
          <ac:chgData name="yash thakur" userId="86dea3b3ec742fab" providerId="Windows Live" clId="Web-{2A7A67A7-5297-406B-AB55-99BA3CD6BEBC}" dt="2026-01-11T18:09:58.756" v="98" actId="20577"/>
          <ac:spMkLst>
            <pc:docMk/>
            <pc:sldMk cId="2926411993" sldId="291"/>
            <ac:spMk id="7" creationId="{73604C5A-144F-1400-60D3-2C0F543A8E5E}"/>
          </ac:spMkLst>
        </pc:spChg>
        <pc:spChg chg="mod">
          <ac:chgData name="yash thakur" userId="86dea3b3ec742fab" providerId="Windows Live" clId="Web-{2A7A67A7-5297-406B-AB55-99BA3CD6BEBC}" dt="2026-01-11T17:39:40.144" v="40" actId="20577"/>
          <ac:spMkLst>
            <pc:docMk/>
            <pc:sldMk cId="2926411993" sldId="291"/>
            <ac:spMk id="8" creationId="{D3D3607E-FE9C-E5F8-3A30-1806611FE838}"/>
          </ac:spMkLst>
        </pc:spChg>
      </pc:sldChg>
    </pc:docChg>
  </pc:docChgLst>
  <pc:docChgLst>
    <pc:chgData name="yash thakur" userId="86dea3b3ec742fab" providerId="Windows Live" clId="Web-{A7C08D93-5723-7E8B-0F7C-437F9E55AA64}"/>
    <pc:docChg chg="modSld">
      <pc:chgData name="yash thakur" userId="86dea3b3ec742fab" providerId="Windows Live" clId="Web-{A7C08D93-5723-7E8B-0F7C-437F9E55AA64}" dt="2026-01-14T11:27:09.858" v="25" actId="20577"/>
      <pc:docMkLst>
        <pc:docMk/>
      </pc:docMkLst>
      <pc:sldChg chg="addSp delSp modSp">
        <pc:chgData name="yash thakur" userId="86dea3b3ec742fab" providerId="Windows Live" clId="Web-{A7C08D93-5723-7E8B-0F7C-437F9E55AA64}" dt="2026-01-14T11:18:23.597" v="20"/>
        <pc:sldMkLst>
          <pc:docMk/>
          <pc:sldMk cId="4238207350" sldId="287"/>
        </pc:sldMkLst>
        <pc:spChg chg="add del mod">
          <ac:chgData name="yash thakur" userId="86dea3b3ec742fab" providerId="Windows Live" clId="Web-{A7C08D93-5723-7E8B-0F7C-437F9E55AA64}" dt="2026-01-14T11:18:23.597" v="20"/>
          <ac:spMkLst>
            <pc:docMk/>
            <pc:sldMk cId="4238207350" sldId="287"/>
            <ac:spMk id="3" creationId="{5E299517-AB07-506E-3138-354BD5891B6B}"/>
          </ac:spMkLst>
        </pc:spChg>
      </pc:sldChg>
      <pc:sldChg chg="modSp">
        <pc:chgData name="yash thakur" userId="86dea3b3ec742fab" providerId="Windows Live" clId="Web-{A7C08D93-5723-7E8B-0F7C-437F9E55AA64}" dt="2026-01-14T11:27:09.858" v="25" actId="20577"/>
        <pc:sldMkLst>
          <pc:docMk/>
          <pc:sldMk cId="2733811055" sldId="298"/>
        </pc:sldMkLst>
        <pc:spChg chg="mod">
          <ac:chgData name="yash thakur" userId="86dea3b3ec742fab" providerId="Windows Live" clId="Web-{A7C08D93-5723-7E8B-0F7C-437F9E55AA64}" dt="2026-01-14T11:27:09.858" v="25" actId="20577"/>
          <ac:spMkLst>
            <pc:docMk/>
            <pc:sldMk cId="2733811055" sldId="298"/>
            <ac:spMk id="7" creationId="{4F5A20F3-8207-0C88-A720-BC538C9701F2}"/>
          </ac:spMkLst>
        </pc:spChg>
      </pc:sldChg>
    </pc:docChg>
  </pc:docChgLst>
  <pc:docChgLst>
    <pc:chgData name="yash thakur" userId="86dea3b3ec742fab" providerId="Windows Live" clId="Web-{5298D525-AC29-4470-A785-2F2F8AFD6EAC}"/>
    <pc:docChg chg="addSld delSld modSld">
      <pc:chgData name="yash thakur" userId="86dea3b3ec742fab" providerId="Windows Live" clId="Web-{5298D525-AC29-4470-A785-2F2F8AFD6EAC}" dt="2026-01-10T12:17:22.920" v="1040"/>
      <pc:docMkLst>
        <pc:docMk/>
      </pc:docMkLst>
      <pc:sldChg chg="addSp delSp modSp">
        <pc:chgData name="yash thakur" userId="86dea3b3ec742fab" providerId="Windows Live" clId="Web-{5298D525-AC29-4470-A785-2F2F8AFD6EAC}" dt="2026-01-10T11:33:39.127" v="667" actId="1076"/>
        <pc:sldMkLst>
          <pc:docMk/>
          <pc:sldMk cId="0" sldId="256"/>
        </pc:sldMkLst>
        <pc:spChg chg="add mod">
          <ac:chgData name="yash thakur" userId="86dea3b3ec742fab" providerId="Windows Live" clId="Web-{5298D525-AC29-4470-A785-2F2F8AFD6EAC}" dt="2026-01-10T11:29:54.931" v="604" actId="20577"/>
          <ac:spMkLst>
            <pc:docMk/>
            <pc:sldMk cId="0" sldId="256"/>
            <ac:spMk id="10" creationId="{B78871CE-94E2-7327-88F8-EF4CA9DE86FF}"/>
          </ac:spMkLst>
        </pc:spChg>
        <pc:picChg chg="add mod">
          <ac:chgData name="yash thakur" userId="86dea3b3ec742fab" providerId="Windows Live" clId="Web-{5298D525-AC29-4470-A785-2F2F8AFD6EAC}" dt="2026-01-10T11:33:39.127" v="667" actId="1076"/>
          <ac:picMkLst>
            <pc:docMk/>
            <pc:sldMk cId="0" sldId="256"/>
            <ac:picMk id="12" creationId="{0D91C297-3C28-8CEA-E266-E97C90CEF88A}"/>
          </ac:picMkLst>
        </pc:picChg>
      </pc:sldChg>
      <pc:sldChg chg="addSp delSp">
        <pc:chgData name="yash thakur" userId="86dea3b3ec742fab" providerId="Windows Live" clId="Web-{5298D525-AC29-4470-A785-2F2F8AFD6EAC}" dt="2026-01-10T11:34:16.972" v="675"/>
        <pc:sldMkLst>
          <pc:docMk/>
          <pc:sldMk cId="0" sldId="257"/>
        </pc:sldMkLst>
        <pc:picChg chg="add">
          <ac:chgData name="yash thakur" userId="86dea3b3ec742fab" providerId="Windows Live" clId="Web-{5298D525-AC29-4470-A785-2F2F8AFD6EAC}" dt="2026-01-10T11:34:16.972" v="675"/>
          <ac:picMkLst>
            <pc:docMk/>
            <pc:sldMk cId="0" sldId="257"/>
            <ac:picMk id="13" creationId="{70B81025-8011-AF0A-9002-AFAEB19F1CCE}"/>
          </ac:picMkLst>
        </pc:picChg>
      </pc:sldChg>
      <pc:sldChg chg="addSp modSp">
        <pc:chgData name="yash thakur" userId="86dea3b3ec742fab" providerId="Windows Live" clId="Web-{5298D525-AC29-4470-A785-2F2F8AFD6EAC}" dt="2026-01-10T11:34:08.894" v="673" actId="1076"/>
        <pc:sldMkLst>
          <pc:docMk/>
          <pc:sldMk cId="0" sldId="258"/>
        </pc:sldMkLst>
        <pc:picChg chg="add mod">
          <ac:chgData name="yash thakur" userId="86dea3b3ec742fab" providerId="Windows Live" clId="Web-{5298D525-AC29-4470-A785-2F2F8AFD6EAC}" dt="2026-01-10T11:34:08.894" v="673" actId="1076"/>
          <ac:picMkLst>
            <pc:docMk/>
            <pc:sldMk cId="0" sldId="258"/>
            <ac:picMk id="7" creationId="{7D596B90-273E-86F3-8AB1-45F4AEA367AE}"/>
          </ac:picMkLst>
        </pc:picChg>
      </pc:sldChg>
      <pc:sldChg chg="addSp">
        <pc:chgData name="yash thakur" userId="86dea3b3ec742fab" providerId="Windows Live" clId="Web-{5298D525-AC29-4470-A785-2F2F8AFD6EAC}" dt="2026-01-10T11:34:35.941" v="679"/>
        <pc:sldMkLst>
          <pc:docMk/>
          <pc:sldMk cId="0" sldId="259"/>
        </pc:sldMkLst>
        <pc:picChg chg="add">
          <ac:chgData name="yash thakur" userId="86dea3b3ec742fab" providerId="Windows Live" clId="Web-{5298D525-AC29-4470-A785-2F2F8AFD6EAC}" dt="2026-01-10T11:34:35.941" v="679"/>
          <ac:picMkLst>
            <pc:docMk/>
            <pc:sldMk cId="0" sldId="259"/>
            <ac:picMk id="4" creationId="{22838ABC-B763-9AF9-7336-F0636BA90F8F}"/>
          </ac:picMkLst>
        </pc:picChg>
      </pc:sldChg>
      <pc:sldChg chg="addSp modSp">
        <pc:chgData name="yash thakur" userId="86dea3b3ec742fab" providerId="Windows Live" clId="Web-{5298D525-AC29-4470-A785-2F2F8AFD6EAC}" dt="2026-01-10T11:34:33.285" v="678" actId="14100"/>
        <pc:sldMkLst>
          <pc:docMk/>
          <pc:sldMk cId="583250058" sldId="268"/>
        </pc:sldMkLst>
        <pc:picChg chg="add mod">
          <ac:chgData name="yash thakur" userId="86dea3b3ec742fab" providerId="Windows Live" clId="Web-{5298D525-AC29-4470-A785-2F2F8AFD6EAC}" dt="2026-01-10T11:34:33.285" v="678" actId="14100"/>
          <ac:picMkLst>
            <pc:docMk/>
            <pc:sldMk cId="583250058" sldId="268"/>
            <ac:picMk id="3" creationId="{C8339CAF-19BA-6943-91A4-6B7651C2B76B}"/>
          </ac:picMkLst>
        </pc:picChg>
      </pc:sldChg>
      <pc:sldChg chg="addSp">
        <pc:chgData name="yash thakur" userId="86dea3b3ec742fab" providerId="Windows Live" clId="Web-{5298D525-AC29-4470-A785-2F2F8AFD6EAC}" dt="2026-01-10T11:34:39.253" v="680"/>
        <pc:sldMkLst>
          <pc:docMk/>
          <pc:sldMk cId="2178221821" sldId="269"/>
        </pc:sldMkLst>
        <pc:picChg chg="add">
          <ac:chgData name="yash thakur" userId="86dea3b3ec742fab" providerId="Windows Live" clId="Web-{5298D525-AC29-4470-A785-2F2F8AFD6EAC}" dt="2026-01-10T11:34:39.253" v="680"/>
          <ac:picMkLst>
            <pc:docMk/>
            <pc:sldMk cId="2178221821" sldId="269"/>
            <ac:picMk id="3" creationId="{F7D78F92-5DF6-EAD9-89A3-68B08ABFDDB7}"/>
          </ac:picMkLst>
        </pc:picChg>
      </pc:sldChg>
      <pc:sldChg chg="addSp">
        <pc:chgData name="yash thakur" userId="86dea3b3ec742fab" providerId="Windows Live" clId="Web-{5298D525-AC29-4470-A785-2F2F8AFD6EAC}" dt="2026-01-10T11:34:44.035" v="681"/>
        <pc:sldMkLst>
          <pc:docMk/>
          <pc:sldMk cId="1306232533" sldId="271"/>
        </pc:sldMkLst>
        <pc:picChg chg="add">
          <ac:chgData name="yash thakur" userId="86dea3b3ec742fab" providerId="Windows Live" clId="Web-{5298D525-AC29-4470-A785-2F2F8AFD6EAC}" dt="2026-01-10T11:34:44.035" v="681"/>
          <ac:picMkLst>
            <pc:docMk/>
            <pc:sldMk cId="1306232533" sldId="271"/>
            <ac:picMk id="3" creationId="{D180BE87-CE55-2937-5B70-08BC5971DFC5}"/>
          </ac:picMkLst>
        </pc:picChg>
      </pc:sldChg>
      <pc:sldChg chg="addSp">
        <pc:chgData name="yash thakur" userId="86dea3b3ec742fab" providerId="Windows Live" clId="Web-{5298D525-AC29-4470-A785-2F2F8AFD6EAC}" dt="2026-01-10T11:34:49.144" v="682"/>
        <pc:sldMkLst>
          <pc:docMk/>
          <pc:sldMk cId="2383750001" sldId="273"/>
        </pc:sldMkLst>
        <pc:picChg chg="add">
          <ac:chgData name="yash thakur" userId="86dea3b3ec742fab" providerId="Windows Live" clId="Web-{5298D525-AC29-4470-A785-2F2F8AFD6EAC}" dt="2026-01-10T11:34:49.144" v="682"/>
          <ac:picMkLst>
            <pc:docMk/>
            <pc:sldMk cId="2383750001" sldId="273"/>
            <ac:picMk id="3" creationId="{0C7D2274-C969-8C5B-4250-1E548F80FBCD}"/>
          </ac:picMkLst>
        </pc:picChg>
      </pc:sldChg>
      <pc:sldChg chg="addSp">
        <pc:chgData name="yash thakur" userId="86dea3b3ec742fab" providerId="Windows Live" clId="Web-{5298D525-AC29-4470-A785-2F2F8AFD6EAC}" dt="2026-01-10T11:34:53.488" v="683"/>
        <pc:sldMkLst>
          <pc:docMk/>
          <pc:sldMk cId="2994571288" sldId="274"/>
        </pc:sldMkLst>
        <pc:picChg chg="add">
          <ac:chgData name="yash thakur" userId="86dea3b3ec742fab" providerId="Windows Live" clId="Web-{5298D525-AC29-4470-A785-2F2F8AFD6EAC}" dt="2026-01-10T11:34:53.488" v="683"/>
          <ac:picMkLst>
            <pc:docMk/>
            <pc:sldMk cId="2994571288" sldId="274"/>
            <ac:picMk id="3" creationId="{6CDB836D-466E-7B88-DEF0-36D9E20F04CB}"/>
          </ac:picMkLst>
        </pc:picChg>
      </pc:sldChg>
      <pc:sldChg chg="addSp">
        <pc:chgData name="yash thakur" userId="86dea3b3ec742fab" providerId="Windows Live" clId="Web-{5298D525-AC29-4470-A785-2F2F8AFD6EAC}" dt="2026-01-10T11:34:57.473" v="684"/>
        <pc:sldMkLst>
          <pc:docMk/>
          <pc:sldMk cId="4189400231" sldId="275"/>
        </pc:sldMkLst>
        <pc:picChg chg="add">
          <ac:chgData name="yash thakur" userId="86dea3b3ec742fab" providerId="Windows Live" clId="Web-{5298D525-AC29-4470-A785-2F2F8AFD6EAC}" dt="2026-01-10T11:34:57.473" v="684"/>
          <ac:picMkLst>
            <pc:docMk/>
            <pc:sldMk cId="4189400231" sldId="275"/>
            <ac:picMk id="3" creationId="{718C59B3-B6FA-ED8A-EA82-1FACD4414DD0}"/>
          </ac:picMkLst>
        </pc:picChg>
      </pc:sldChg>
      <pc:sldChg chg="addSp">
        <pc:chgData name="yash thakur" userId="86dea3b3ec742fab" providerId="Windows Live" clId="Web-{5298D525-AC29-4470-A785-2F2F8AFD6EAC}" dt="2026-01-10T11:35:01.566" v="685"/>
        <pc:sldMkLst>
          <pc:docMk/>
          <pc:sldMk cId="3042317595" sldId="276"/>
        </pc:sldMkLst>
        <pc:picChg chg="add">
          <ac:chgData name="yash thakur" userId="86dea3b3ec742fab" providerId="Windows Live" clId="Web-{5298D525-AC29-4470-A785-2F2F8AFD6EAC}" dt="2026-01-10T11:35:01.566" v="685"/>
          <ac:picMkLst>
            <pc:docMk/>
            <pc:sldMk cId="3042317595" sldId="276"/>
            <ac:picMk id="3" creationId="{BF6E5285-7CCB-E030-FDF9-E25FE2211E6C}"/>
          </ac:picMkLst>
        </pc:picChg>
      </pc:sldChg>
      <pc:sldChg chg="addSp">
        <pc:chgData name="yash thakur" userId="86dea3b3ec742fab" providerId="Windows Live" clId="Web-{5298D525-AC29-4470-A785-2F2F8AFD6EAC}" dt="2026-01-10T11:35:06.754" v="686"/>
        <pc:sldMkLst>
          <pc:docMk/>
          <pc:sldMk cId="2756947850" sldId="277"/>
        </pc:sldMkLst>
        <pc:picChg chg="add">
          <ac:chgData name="yash thakur" userId="86dea3b3ec742fab" providerId="Windows Live" clId="Web-{5298D525-AC29-4470-A785-2F2F8AFD6EAC}" dt="2026-01-10T11:35:06.754" v="686"/>
          <ac:picMkLst>
            <pc:docMk/>
            <pc:sldMk cId="2756947850" sldId="277"/>
            <ac:picMk id="3" creationId="{2D3BB15C-90EC-250D-4754-E3BBDD8B7A4F}"/>
          </ac:picMkLst>
        </pc:picChg>
      </pc:sldChg>
      <pc:sldChg chg="addSp">
        <pc:chgData name="yash thakur" userId="86dea3b3ec742fab" providerId="Windows Live" clId="Web-{5298D525-AC29-4470-A785-2F2F8AFD6EAC}" dt="2026-01-10T11:35:09.223" v="687"/>
        <pc:sldMkLst>
          <pc:docMk/>
          <pc:sldMk cId="75512361" sldId="278"/>
        </pc:sldMkLst>
        <pc:picChg chg="add">
          <ac:chgData name="yash thakur" userId="86dea3b3ec742fab" providerId="Windows Live" clId="Web-{5298D525-AC29-4470-A785-2F2F8AFD6EAC}" dt="2026-01-10T11:35:09.223" v="687"/>
          <ac:picMkLst>
            <pc:docMk/>
            <pc:sldMk cId="75512361" sldId="278"/>
            <ac:picMk id="4" creationId="{D56E2D87-6E83-03D6-4A9C-918D89796C6F}"/>
          </ac:picMkLst>
        </pc:picChg>
      </pc:sldChg>
      <pc:sldChg chg="addSp delSp modSp">
        <pc:chgData name="yash thakur" userId="86dea3b3ec742fab" providerId="Windows Live" clId="Web-{5298D525-AC29-4470-A785-2F2F8AFD6EAC}" dt="2026-01-10T12:12:39.650" v="1035" actId="20577"/>
        <pc:sldMkLst>
          <pc:docMk/>
          <pc:sldMk cId="3099447527" sldId="279"/>
        </pc:sldMkLst>
        <pc:spChg chg="add mod">
          <ac:chgData name="yash thakur" userId="86dea3b3ec742fab" providerId="Windows Live" clId="Web-{5298D525-AC29-4470-A785-2F2F8AFD6EAC}" dt="2026-01-10T12:07:54.766" v="985" actId="20577"/>
          <ac:spMkLst>
            <pc:docMk/>
            <pc:sldMk cId="3099447527" sldId="279"/>
            <ac:spMk id="4" creationId="{C1488025-C41C-5C2E-A207-C28D4D8F6877}"/>
          </ac:spMkLst>
        </pc:spChg>
        <pc:spChg chg="add mod">
          <ac:chgData name="yash thakur" userId="86dea3b3ec742fab" providerId="Windows Live" clId="Web-{5298D525-AC29-4470-A785-2F2F8AFD6EAC}" dt="2026-01-10T12:07:55.766" v="987" actId="20577"/>
          <ac:spMkLst>
            <pc:docMk/>
            <pc:sldMk cId="3099447527" sldId="279"/>
            <ac:spMk id="11" creationId="{81F4DC7F-F04C-5450-BEAC-502BBFF4D421}"/>
          </ac:spMkLst>
        </pc:spChg>
        <pc:spChg chg="add mod">
          <ac:chgData name="yash thakur" userId="86dea3b3ec742fab" providerId="Windows Live" clId="Web-{5298D525-AC29-4470-A785-2F2F8AFD6EAC}" dt="2026-01-10T12:12:36.947" v="1033" actId="20577"/>
          <ac:spMkLst>
            <pc:docMk/>
            <pc:sldMk cId="3099447527" sldId="279"/>
            <ac:spMk id="12" creationId="{26F87112-A61D-9E32-173C-547C5B2FBAE3}"/>
          </ac:spMkLst>
        </pc:spChg>
        <pc:spChg chg="add mod">
          <ac:chgData name="yash thakur" userId="86dea3b3ec742fab" providerId="Windows Live" clId="Web-{5298D525-AC29-4470-A785-2F2F8AFD6EAC}" dt="2026-01-10T12:12:39.650" v="1035" actId="20577"/>
          <ac:spMkLst>
            <pc:docMk/>
            <pc:sldMk cId="3099447527" sldId="279"/>
            <ac:spMk id="13" creationId="{AFDEA4E2-7312-984F-0E8C-F1C9D3012396}"/>
          </ac:spMkLst>
        </pc:spChg>
        <pc:spChg chg="add mod">
          <ac:chgData name="yash thakur" userId="86dea3b3ec742fab" providerId="Windows Live" clId="Web-{5298D525-AC29-4470-A785-2F2F8AFD6EAC}" dt="2026-01-10T12:07:59.219" v="993" actId="20577"/>
          <ac:spMkLst>
            <pc:docMk/>
            <pc:sldMk cId="3099447527" sldId="279"/>
            <ac:spMk id="14" creationId="{DA7E0A4C-61F1-027D-D076-70C30A0C5343}"/>
          </ac:spMkLst>
        </pc:spChg>
        <pc:picChg chg="add">
          <ac:chgData name="yash thakur" userId="86dea3b3ec742fab" providerId="Windows Live" clId="Web-{5298D525-AC29-4470-A785-2F2F8AFD6EAC}" dt="2026-01-10T11:35:11.692" v="688"/>
          <ac:picMkLst>
            <pc:docMk/>
            <pc:sldMk cId="3099447527" sldId="279"/>
            <ac:picMk id="3" creationId="{403C14E6-F25A-B1F6-2F9B-2F480EF486F6}"/>
          </ac:picMkLst>
        </pc:picChg>
        <pc:cxnChg chg="mod">
          <ac:chgData name="yash thakur" userId="86dea3b3ec742fab" providerId="Windows Live" clId="Web-{5298D525-AC29-4470-A785-2F2F8AFD6EAC}" dt="2026-01-10T11:56:47.837" v="847" actId="1076"/>
          <ac:cxnSpMkLst>
            <pc:docMk/>
            <pc:sldMk cId="3099447527" sldId="279"/>
            <ac:cxnSpMk id="10" creationId="{0B9E8941-9CB0-81B9-4CC9-6BE1353DF9DA}"/>
          </ac:cxnSpMkLst>
        </pc:cxnChg>
        <pc:cxnChg chg="add mod">
          <ac:chgData name="yash thakur" userId="86dea3b3ec742fab" providerId="Windows Live" clId="Web-{5298D525-AC29-4470-A785-2F2F8AFD6EAC}" dt="2026-01-10T12:08:44.690" v="998" actId="14100"/>
          <ac:cxnSpMkLst>
            <pc:docMk/>
            <pc:sldMk cId="3099447527" sldId="279"/>
            <ac:cxnSpMk id="15" creationId="{043B0B1C-B69C-B40F-1C8D-4C9F7ABD3A3C}"/>
          </ac:cxnSpMkLst>
        </pc:cxnChg>
        <pc:cxnChg chg="add mod">
          <ac:chgData name="yash thakur" userId="86dea3b3ec742fab" providerId="Windows Live" clId="Web-{5298D525-AC29-4470-A785-2F2F8AFD6EAC}" dt="2026-01-10T12:08:58.190" v="1000" actId="1076"/>
          <ac:cxnSpMkLst>
            <pc:docMk/>
            <pc:sldMk cId="3099447527" sldId="279"/>
            <ac:cxnSpMk id="16" creationId="{52FC5D7B-4559-5DCD-8FB0-46967A4B6F7E}"/>
          </ac:cxnSpMkLst>
        </pc:cxnChg>
        <pc:cxnChg chg="add mod">
          <ac:chgData name="yash thakur" userId="86dea3b3ec742fab" providerId="Windows Live" clId="Web-{5298D525-AC29-4470-A785-2F2F8AFD6EAC}" dt="2026-01-10T12:09:05.456" v="1002" actId="1076"/>
          <ac:cxnSpMkLst>
            <pc:docMk/>
            <pc:sldMk cId="3099447527" sldId="279"/>
            <ac:cxnSpMk id="17" creationId="{A5A65D7C-7E31-6E79-FB85-F3207BC486DB}"/>
          </ac:cxnSpMkLst>
        </pc:cxnChg>
        <pc:cxnChg chg="add mod">
          <ac:chgData name="yash thakur" userId="86dea3b3ec742fab" providerId="Windows Live" clId="Web-{5298D525-AC29-4470-A785-2F2F8AFD6EAC}" dt="2026-01-10T12:09:11.785" v="1004" actId="1076"/>
          <ac:cxnSpMkLst>
            <pc:docMk/>
            <pc:sldMk cId="3099447527" sldId="279"/>
            <ac:cxnSpMk id="18" creationId="{9B6A23A9-D73A-5B35-8132-F34AB31740B2}"/>
          </ac:cxnSpMkLst>
        </pc:cxnChg>
        <pc:cxnChg chg="add mod">
          <ac:chgData name="yash thakur" userId="86dea3b3ec742fab" providerId="Windows Live" clId="Web-{5298D525-AC29-4470-A785-2F2F8AFD6EAC}" dt="2026-01-10T12:09:17.629" v="1006" actId="1076"/>
          <ac:cxnSpMkLst>
            <pc:docMk/>
            <pc:sldMk cId="3099447527" sldId="279"/>
            <ac:cxnSpMk id="19" creationId="{0B46B1C8-C173-2919-C223-19DB8AD76D5C}"/>
          </ac:cxnSpMkLst>
        </pc:cxnChg>
      </pc:sldChg>
      <pc:sldChg chg="addSp">
        <pc:chgData name="yash thakur" userId="86dea3b3ec742fab" providerId="Windows Live" clId="Web-{5298D525-AC29-4470-A785-2F2F8AFD6EAC}" dt="2026-01-10T11:35:14.489" v="689"/>
        <pc:sldMkLst>
          <pc:docMk/>
          <pc:sldMk cId="125686291" sldId="280"/>
        </pc:sldMkLst>
        <pc:picChg chg="add">
          <ac:chgData name="yash thakur" userId="86dea3b3ec742fab" providerId="Windows Live" clId="Web-{5298D525-AC29-4470-A785-2F2F8AFD6EAC}" dt="2026-01-10T11:35:14.489" v="689"/>
          <ac:picMkLst>
            <pc:docMk/>
            <pc:sldMk cId="125686291" sldId="280"/>
            <ac:picMk id="5" creationId="{54C9E3BA-9DC2-653B-5D49-CF68DE096FB1}"/>
          </ac:picMkLst>
        </pc:picChg>
      </pc:sldChg>
      <pc:sldChg chg="addSp">
        <pc:chgData name="yash thakur" userId="86dea3b3ec742fab" providerId="Windows Live" clId="Web-{5298D525-AC29-4470-A785-2F2F8AFD6EAC}" dt="2026-01-10T11:35:17.785" v="690"/>
        <pc:sldMkLst>
          <pc:docMk/>
          <pc:sldMk cId="2672866865" sldId="281"/>
        </pc:sldMkLst>
        <pc:picChg chg="add">
          <ac:chgData name="yash thakur" userId="86dea3b3ec742fab" providerId="Windows Live" clId="Web-{5298D525-AC29-4470-A785-2F2F8AFD6EAC}" dt="2026-01-10T11:35:17.785" v="690"/>
          <ac:picMkLst>
            <pc:docMk/>
            <pc:sldMk cId="2672866865" sldId="281"/>
            <ac:picMk id="4" creationId="{F5698D67-7A7E-4A54-D3C1-5D598B35D72F}"/>
          </ac:picMkLst>
        </pc:picChg>
      </pc:sldChg>
      <pc:sldChg chg="addSp">
        <pc:chgData name="yash thakur" userId="86dea3b3ec742fab" providerId="Windows Live" clId="Web-{5298D525-AC29-4470-A785-2F2F8AFD6EAC}" dt="2026-01-10T11:35:20.707" v="691"/>
        <pc:sldMkLst>
          <pc:docMk/>
          <pc:sldMk cId="2631907878" sldId="282"/>
        </pc:sldMkLst>
        <pc:picChg chg="add">
          <ac:chgData name="yash thakur" userId="86dea3b3ec742fab" providerId="Windows Live" clId="Web-{5298D525-AC29-4470-A785-2F2F8AFD6EAC}" dt="2026-01-10T11:35:20.707" v="691"/>
          <ac:picMkLst>
            <pc:docMk/>
            <pc:sldMk cId="2631907878" sldId="282"/>
            <ac:picMk id="3" creationId="{CDAAC65D-7FFB-512D-AB34-B8C0287FB5D8}"/>
          </ac:picMkLst>
        </pc:picChg>
      </pc:sldChg>
      <pc:sldChg chg="addSp">
        <pc:chgData name="yash thakur" userId="86dea3b3ec742fab" providerId="Windows Live" clId="Web-{5298D525-AC29-4470-A785-2F2F8AFD6EAC}" dt="2026-01-10T11:35:23.223" v="692"/>
        <pc:sldMkLst>
          <pc:docMk/>
          <pc:sldMk cId="1078681918" sldId="283"/>
        </pc:sldMkLst>
        <pc:picChg chg="add">
          <ac:chgData name="yash thakur" userId="86dea3b3ec742fab" providerId="Windows Live" clId="Web-{5298D525-AC29-4470-A785-2F2F8AFD6EAC}" dt="2026-01-10T11:35:23.223" v="692"/>
          <ac:picMkLst>
            <pc:docMk/>
            <pc:sldMk cId="1078681918" sldId="283"/>
            <ac:picMk id="4" creationId="{D4F68A06-3AC1-8736-285B-B137C53AF23E}"/>
          </ac:picMkLst>
        </pc:picChg>
      </pc:sldChg>
      <pc:sldChg chg="addSp">
        <pc:chgData name="yash thakur" userId="86dea3b3ec742fab" providerId="Windows Live" clId="Web-{5298D525-AC29-4470-A785-2F2F8AFD6EAC}" dt="2026-01-10T11:35:26.348" v="693"/>
        <pc:sldMkLst>
          <pc:docMk/>
          <pc:sldMk cId="2445070612" sldId="284"/>
        </pc:sldMkLst>
        <pc:picChg chg="add">
          <ac:chgData name="yash thakur" userId="86dea3b3ec742fab" providerId="Windows Live" clId="Web-{5298D525-AC29-4470-A785-2F2F8AFD6EAC}" dt="2026-01-10T11:35:26.348" v="693"/>
          <ac:picMkLst>
            <pc:docMk/>
            <pc:sldMk cId="2445070612" sldId="284"/>
            <ac:picMk id="3" creationId="{206CB127-DD5F-3E6D-8732-7E7352E00F08}"/>
          </ac:picMkLst>
        </pc:picChg>
      </pc:sldChg>
      <pc:sldChg chg="addSp">
        <pc:chgData name="yash thakur" userId="86dea3b3ec742fab" providerId="Windows Live" clId="Web-{5298D525-AC29-4470-A785-2F2F8AFD6EAC}" dt="2026-01-10T11:35:29.786" v="694"/>
        <pc:sldMkLst>
          <pc:docMk/>
          <pc:sldMk cId="1218905027" sldId="285"/>
        </pc:sldMkLst>
        <pc:picChg chg="add">
          <ac:chgData name="yash thakur" userId="86dea3b3ec742fab" providerId="Windows Live" clId="Web-{5298D525-AC29-4470-A785-2F2F8AFD6EAC}" dt="2026-01-10T11:35:29.786" v="694"/>
          <ac:picMkLst>
            <pc:docMk/>
            <pc:sldMk cId="1218905027" sldId="285"/>
            <ac:picMk id="3" creationId="{58624316-76DB-F8A5-828E-22022DDAF7CD}"/>
          </ac:picMkLst>
        </pc:picChg>
      </pc:sldChg>
      <pc:sldChg chg="addSp">
        <pc:chgData name="yash thakur" userId="86dea3b3ec742fab" providerId="Windows Live" clId="Web-{5298D525-AC29-4470-A785-2F2F8AFD6EAC}" dt="2026-01-10T11:35:32.754" v="695"/>
        <pc:sldMkLst>
          <pc:docMk/>
          <pc:sldMk cId="4230635769" sldId="286"/>
        </pc:sldMkLst>
        <pc:picChg chg="add">
          <ac:chgData name="yash thakur" userId="86dea3b3ec742fab" providerId="Windows Live" clId="Web-{5298D525-AC29-4470-A785-2F2F8AFD6EAC}" dt="2026-01-10T11:35:32.754" v="695"/>
          <ac:picMkLst>
            <pc:docMk/>
            <pc:sldMk cId="4230635769" sldId="286"/>
            <ac:picMk id="3" creationId="{A07F568E-22B9-FB3D-F43C-1A0662F26C0E}"/>
          </ac:picMkLst>
        </pc:picChg>
      </pc:sldChg>
      <pc:sldChg chg="addSp">
        <pc:chgData name="yash thakur" userId="86dea3b3ec742fab" providerId="Windows Live" clId="Web-{5298D525-AC29-4470-A785-2F2F8AFD6EAC}" dt="2026-01-10T11:35:34.411" v="696"/>
        <pc:sldMkLst>
          <pc:docMk/>
          <pc:sldMk cId="4238207350" sldId="287"/>
        </pc:sldMkLst>
        <pc:picChg chg="add">
          <ac:chgData name="yash thakur" userId="86dea3b3ec742fab" providerId="Windows Live" clId="Web-{5298D525-AC29-4470-A785-2F2F8AFD6EAC}" dt="2026-01-10T11:35:34.411" v="696"/>
          <ac:picMkLst>
            <pc:docMk/>
            <pc:sldMk cId="4238207350" sldId="287"/>
            <ac:picMk id="4" creationId="{8CD77A06-ABFA-A377-A6B4-F06EC2B5F519}"/>
          </ac:picMkLst>
        </pc:picChg>
      </pc:sldChg>
      <pc:sldChg chg="addSp delSp modSp new">
        <pc:chgData name="yash thakur" userId="86dea3b3ec742fab" providerId="Windows Live" clId="Web-{5298D525-AC29-4470-A785-2F2F8AFD6EAC}" dt="2026-01-10T11:35:39.708" v="698"/>
        <pc:sldMkLst>
          <pc:docMk/>
          <pc:sldMk cId="3397377245" sldId="289"/>
        </pc:sldMkLst>
        <pc:spChg chg="add mod">
          <ac:chgData name="yash thakur" userId="86dea3b3ec742fab" providerId="Windows Live" clId="Web-{5298D525-AC29-4470-A785-2F2F8AFD6EAC}" dt="2026-01-10T11:10:53.421" v="180" actId="20577"/>
          <ac:spMkLst>
            <pc:docMk/>
            <pc:sldMk cId="3397377245" sldId="289"/>
            <ac:spMk id="6" creationId="{7A4EC4EC-45BD-EF86-7B64-A50ED834B2D7}"/>
          </ac:spMkLst>
        </pc:spChg>
        <pc:spChg chg="add mod">
          <ac:chgData name="yash thakur" userId="86dea3b3ec742fab" providerId="Windows Live" clId="Web-{5298D525-AC29-4470-A785-2F2F8AFD6EAC}" dt="2026-01-10T11:21:13.764" v="388" actId="20577"/>
          <ac:spMkLst>
            <pc:docMk/>
            <pc:sldMk cId="3397377245" sldId="289"/>
            <ac:spMk id="11" creationId="{5525DBAB-9EDA-16B1-7E11-DD4A5A1A87C1}"/>
          </ac:spMkLst>
        </pc:spChg>
        <pc:spChg chg="add mod">
          <ac:chgData name="yash thakur" userId="86dea3b3ec742fab" providerId="Windows Live" clId="Web-{5298D525-AC29-4470-A785-2F2F8AFD6EAC}" dt="2026-01-10T11:24:22.579" v="464" actId="20577"/>
          <ac:spMkLst>
            <pc:docMk/>
            <pc:sldMk cId="3397377245" sldId="289"/>
            <ac:spMk id="13" creationId="{D6938FFC-CB5D-82F4-4497-171B09A8701D}"/>
          </ac:spMkLst>
        </pc:spChg>
        <pc:spChg chg="add mod">
          <ac:chgData name="yash thakur" userId="86dea3b3ec742fab" providerId="Windows Live" clId="Web-{5298D525-AC29-4470-A785-2F2F8AFD6EAC}" dt="2026-01-10T11:27:52.429" v="564" actId="20577"/>
          <ac:spMkLst>
            <pc:docMk/>
            <pc:sldMk cId="3397377245" sldId="289"/>
            <ac:spMk id="14" creationId="{550A9F35-D073-4BAF-9585-B12C016F4B53}"/>
          </ac:spMkLst>
        </pc:spChg>
        <pc:spChg chg="add mod">
          <ac:chgData name="yash thakur" userId="86dea3b3ec742fab" providerId="Windows Live" clId="Web-{5298D525-AC29-4470-A785-2F2F8AFD6EAC}" dt="2026-01-10T11:23:23.907" v="437" actId="20577"/>
          <ac:spMkLst>
            <pc:docMk/>
            <pc:sldMk cId="3397377245" sldId="289"/>
            <ac:spMk id="15" creationId="{B070EF1C-AAB7-8115-D78A-25C83112E858}"/>
          </ac:spMkLst>
        </pc:spChg>
        <pc:spChg chg="add mod">
          <ac:chgData name="yash thakur" userId="86dea3b3ec742fab" providerId="Windows Live" clId="Web-{5298D525-AC29-4470-A785-2F2F8AFD6EAC}" dt="2026-01-10T11:22:03.688" v="398" actId="1076"/>
          <ac:spMkLst>
            <pc:docMk/>
            <pc:sldMk cId="3397377245" sldId="289"/>
            <ac:spMk id="22" creationId="{EF8EF47B-CF1E-790A-E355-7225C513A08A}"/>
          </ac:spMkLst>
        </pc:spChg>
        <pc:picChg chg="add mod">
          <ac:chgData name="yash thakur" userId="86dea3b3ec742fab" providerId="Windows Live" clId="Web-{5298D525-AC29-4470-A785-2F2F8AFD6EAC}" dt="2026-01-10T11:17:08.928" v="317" actId="1076"/>
          <ac:picMkLst>
            <pc:docMk/>
            <pc:sldMk cId="3397377245" sldId="289"/>
            <ac:picMk id="17" creationId="{F03DEAF7-655E-7D40-9648-78A415DB2B0C}"/>
          </ac:picMkLst>
        </pc:picChg>
        <pc:picChg chg="add mod">
          <ac:chgData name="yash thakur" userId="86dea3b3ec742fab" providerId="Windows Live" clId="Web-{5298D525-AC29-4470-A785-2F2F8AFD6EAC}" dt="2026-01-10T11:19:46.872" v="364" actId="1076"/>
          <ac:picMkLst>
            <pc:docMk/>
            <pc:sldMk cId="3397377245" sldId="289"/>
            <ac:picMk id="18" creationId="{E28F6921-ED24-3BAF-A43A-ACE32CA7B98C}"/>
          </ac:picMkLst>
        </pc:picChg>
        <pc:picChg chg="add mod">
          <ac:chgData name="yash thakur" userId="86dea3b3ec742fab" providerId="Windows Live" clId="Web-{5298D525-AC29-4470-A785-2F2F8AFD6EAC}" dt="2026-01-10T11:19:35.419" v="361" actId="1076"/>
          <ac:picMkLst>
            <pc:docMk/>
            <pc:sldMk cId="3397377245" sldId="289"/>
            <ac:picMk id="19" creationId="{7BDB32E5-31A9-EB80-6DEF-3D9FEA8F8FDC}"/>
          </ac:picMkLst>
        </pc:picChg>
        <pc:picChg chg="add mod">
          <ac:chgData name="yash thakur" userId="86dea3b3ec742fab" providerId="Windows Live" clId="Web-{5298D525-AC29-4470-A785-2F2F8AFD6EAC}" dt="2026-01-10T11:18:41.574" v="342" actId="1076"/>
          <ac:picMkLst>
            <pc:docMk/>
            <pc:sldMk cId="3397377245" sldId="289"/>
            <ac:picMk id="20" creationId="{C0376BEF-FEEE-BF81-997B-90894FA1F0D1}"/>
          </ac:picMkLst>
        </pc:picChg>
        <pc:picChg chg="add mod">
          <ac:chgData name="yash thakur" userId="86dea3b3ec742fab" providerId="Windows Live" clId="Web-{5298D525-AC29-4470-A785-2F2F8AFD6EAC}" dt="2026-01-10T11:19:09.793" v="353" actId="1076"/>
          <ac:picMkLst>
            <pc:docMk/>
            <pc:sldMk cId="3397377245" sldId="289"/>
            <ac:picMk id="21" creationId="{A49D9C67-5BE0-C493-BE8D-2C9D426647B4}"/>
          </ac:picMkLst>
        </pc:picChg>
        <pc:picChg chg="add">
          <ac:chgData name="yash thakur" userId="86dea3b3ec742fab" providerId="Windows Live" clId="Web-{5298D525-AC29-4470-A785-2F2F8AFD6EAC}" dt="2026-01-10T11:35:39.708" v="698"/>
          <ac:picMkLst>
            <pc:docMk/>
            <pc:sldMk cId="3397377245" sldId="289"/>
            <ac:picMk id="24" creationId="{578FC51B-00AA-D652-B424-F1B6DD947318}"/>
          </ac:picMkLst>
        </pc:picChg>
        <pc:cxnChg chg="add mod">
          <ac:chgData name="yash thakur" userId="86dea3b3ec742fab" providerId="Windows Live" clId="Web-{5298D525-AC29-4470-A785-2F2F8AFD6EAC}" dt="2026-01-10T11:12:41.297" v="218" actId="1076"/>
          <ac:cxnSpMkLst>
            <pc:docMk/>
            <pc:sldMk cId="3397377245" sldId="289"/>
            <ac:cxnSpMk id="10" creationId="{C8D0CB99-E2E8-26DC-1136-7BA68589D4B3}"/>
          </ac:cxnSpMkLst>
        </pc:cxnChg>
      </pc:sldChg>
    </pc:docChg>
  </pc:docChgLst>
  <pc:docChgLst>
    <pc:chgData name="palak machhiwal" userId="e82ef70cddc5d049" providerId="Windows Live" clId="Web-{1EFD7355-2A3B-E6CA-7664-07E028DAEAB9}"/>
    <pc:docChg chg="modSld">
      <pc:chgData name="palak machhiwal" userId="e82ef70cddc5d049" providerId="Windows Live" clId="Web-{1EFD7355-2A3B-E6CA-7664-07E028DAEAB9}" dt="2026-01-10T12:05:13.674" v="140" actId="20577"/>
      <pc:docMkLst>
        <pc:docMk/>
      </pc:docMkLst>
      <pc:sldChg chg="modSp">
        <pc:chgData name="palak machhiwal" userId="e82ef70cddc5d049" providerId="Windows Live" clId="Web-{1EFD7355-2A3B-E6CA-7664-07E028DAEAB9}" dt="2026-01-10T12:05:13.674" v="140" actId="20577"/>
        <pc:sldMkLst>
          <pc:docMk/>
          <pc:sldMk cId="3099447527" sldId="279"/>
        </pc:sldMkLst>
        <pc:spChg chg="mod">
          <ac:chgData name="palak machhiwal" userId="e82ef70cddc5d049" providerId="Windows Live" clId="Web-{1EFD7355-2A3B-E6CA-7664-07E028DAEAB9}" dt="2026-01-10T11:52:52.822" v="35" actId="20577"/>
          <ac:spMkLst>
            <pc:docMk/>
            <pc:sldMk cId="3099447527" sldId="279"/>
            <ac:spMk id="4" creationId="{C1488025-C41C-5C2E-A207-C28D4D8F6877}"/>
          </ac:spMkLst>
        </pc:spChg>
        <pc:spChg chg="mod">
          <ac:chgData name="palak machhiwal" userId="e82ef70cddc5d049" providerId="Windows Live" clId="Web-{1EFD7355-2A3B-E6CA-7664-07E028DAEAB9}" dt="2026-01-10T11:54:39.900" v="87" actId="14100"/>
          <ac:spMkLst>
            <pc:docMk/>
            <pc:sldMk cId="3099447527" sldId="279"/>
            <ac:spMk id="11" creationId="{81F4DC7F-F04C-5450-BEAC-502BBFF4D421}"/>
          </ac:spMkLst>
        </pc:spChg>
        <pc:spChg chg="mod">
          <ac:chgData name="palak machhiwal" userId="e82ef70cddc5d049" providerId="Windows Live" clId="Web-{1EFD7355-2A3B-E6CA-7664-07E028DAEAB9}" dt="2026-01-10T11:55:40.228" v="105" actId="20577"/>
          <ac:spMkLst>
            <pc:docMk/>
            <pc:sldMk cId="3099447527" sldId="279"/>
            <ac:spMk id="12" creationId="{26F87112-A61D-9E32-173C-547C5B2FBAE3}"/>
          </ac:spMkLst>
        </pc:spChg>
        <pc:spChg chg="mod">
          <ac:chgData name="palak machhiwal" userId="e82ef70cddc5d049" providerId="Windows Live" clId="Web-{1EFD7355-2A3B-E6CA-7664-07E028DAEAB9}" dt="2026-01-10T12:05:13.674" v="140" actId="20577"/>
          <ac:spMkLst>
            <pc:docMk/>
            <pc:sldMk cId="3099447527" sldId="279"/>
            <ac:spMk id="14" creationId="{DA7E0A4C-61F1-027D-D076-70C30A0C5343}"/>
          </ac:spMkLst>
        </pc:spChg>
      </pc:sldChg>
    </pc:docChg>
  </pc:docChgLst>
  <pc:docChgLst>
    <pc:chgData name="yash thakur" userId="86dea3b3ec742fab" providerId="Windows Live" clId="Web-{6DD2AF47-EC53-402E-BE2D-5947CB20BA7D}"/>
    <pc:docChg chg="addSld delSld modSld">
      <pc:chgData name="yash thakur" userId="86dea3b3ec742fab" providerId="Windows Live" clId="Web-{6DD2AF47-EC53-402E-BE2D-5947CB20BA7D}" dt="2026-01-10T10:14:27.234" v="452" actId="1076"/>
      <pc:docMkLst>
        <pc:docMk/>
      </pc:docMkLst>
      <pc:sldChg chg="addSp modSp">
        <pc:chgData name="yash thakur" userId="86dea3b3ec742fab" providerId="Windows Live" clId="Web-{6DD2AF47-EC53-402E-BE2D-5947CB20BA7D}" dt="2026-01-10T10:05:37.427" v="404" actId="1076"/>
        <pc:sldMkLst>
          <pc:docMk/>
          <pc:sldMk cId="0" sldId="257"/>
        </pc:sldMkLst>
        <pc:spChg chg="mod">
          <ac:chgData name="yash thakur" userId="86dea3b3ec742fab" providerId="Windows Live" clId="Web-{6DD2AF47-EC53-402E-BE2D-5947CB20BA7D}" dt="2026-01-10T10:05:00.738" v="402" actId="20577"/>
          <ac:spMkLst>
            <pc:docMk/>
            <pc:sldMk cId="0" sldId="257"/>
            <ac:spMk id="4" creationId="{1AA5B651-59CB-BFE5-C010-CF965C87525E}"/>
          </ac:spMkLst>
        </pc:spChg>
        <pc:spChg chg="mod">
          <ac:chgData name="yash thakur" userId="86dea3b3ec742fab" providerId="Windows Live" clId="Web-{6DD2AF47-EC53-402E-BE2D-5947CB20BA7D}" dt="2026-01-10T10:03:00.421" v="394" actId="1076"/>
          <ac:spMkLst>
            <pc:docMk/>
            <pc:sldMk cId="0" sldId="257"/>
            <ac:spMk id="729" creationId="{00000000-0000-0000-0000-000000000000}"/>
          </ac:spMkLst>
        </pc:spChg>
        <pc:spChg chg="mod">
          <ac:chgData name="yash thakur" userId="86dea3b3ec742fab" providerId="Windows Live" clId="Web-{6DD2AF47-EC53-402E-BE2D-5947CB20BA7D}" dt="2026-01-10T10:05:33.599" v="403" actId="1076"/>
          <ac:spMkLst>
            <pc:docMk/>
            <pc:sldMk cId="0" sldId="257"/>
            <ac:spMk id="730" creationId="{00000000-0000-0000-0000-000000000000}"/>
          </ac:spMkLst>
        </pc:spChg>
        <pc:picChg chg="mod">
          <ac:chgData name="yash thakur" userId="86dea3b3ec742fab" providerId="Windows Live" clId="Web-{6DD2AF47-EC53-402E-BE2D-5947CB20BA7D}" dt="2026-01-10T10:05:37.427" v="404" actId="1076"/>
          <ac:picMkLst>
            <pc:docMk/>
            <pc:sldMk cId="0" sldId="257"/>
            <ac:picMk id="2" creationId="{34E14BE9-A99D-A1BA-F00F-072F919297C9}"/>
          </ac:picMkLst>
        </pc:picChg>
        <pc:cxnChg chg="add">
          <ac:chgData name="yash thakur" userId="86dea3b3ec742fab" providerId="Windows Live" clId="Web-{6DD2AF47-EC53-402E-BE2D-5947CB20BA7D}" dt="2026-01-10T10:02:54.765" v="393"/>
          <ac:cxnSpMkLst>
            <pc:docMk/>
            <pc:sldMk cId="0" sldId="257"/>
            <ac:cxnSpMk id="5" creationId="{D12CF4AE-CAEF-1F15-811C-B4D91950B28F}"/>
          </ac:cxnSpMkLst>
        </pc:cxnChg>
      </pc:sldChg>
      <pc:sldChg chg="modSp">
        <pc:chgData name="yash thakur" userId="86dea3b3ec742fab" providerId="Windows Live" clId="Web-{6DD2AF47-EC53-402E-BE2D-5947CB20BA7D}" dt="2026-01-10T07:28:38.766" v="27" actId="1076"/>
        <pc:sldMkLst>
          <pc:docMk/>
          <pc:sldMk cId="2994571288" sldId="274"/>
        </pc:sldMkLst>
        <pc:picChg chg="mod">
          <ac:chgData name="yash thakur" userId="86dea3b3ec742fab" providerId="Windows Live" clId="Web-{6DD2AF47-EC53-402E-BE2D-5947CB20BA7D}" dt="2026-01-10T07:28:35.859" v="26" actId="1076"/>
          <ac:picMkLst>
            <pc:docMk/>
            <pc:sldMk cId="2994571288" sldId="274"/>
            <ac:picMk id="8" creationId="{241D4A4E-4150-02C3-C184-3BD347F865C8}"/>
          </ac:picMkLst>
        </pc:picChg>
        <pc:picChg chg="mod">
          <ac:chgData name="yash thakur" userId="86dea3b3ec742fab" providerId="Windows Live" clId="Web-{6DD2AF47-EC53-402E-BE2D-5947CB20BA7D}" dt="2026-01-10T07:28:38.766" v="27" actId="1076"/>
          <ac:picMkLst>
            <pc:docMk/>
            <pc:sldMk cId="2994571288" sldId="274"/>
            <ac:picMk id="9" creationId="{0E46F705-5927-FF5A-D4D4-E27FCA847170}"/>
          </ac:picMkLst>
        </pc:picChg>
        <pc:picChg chg="mod">
          <ac:chgData name="yash thakur" userId="86dea3b3ec742fab" providerId="Windows Live" clId="Web-{6DD2AF47-EC53-402E-BE2D-5947CB20BA7D}" dt="2026-01-10T07:28:14.889" v="23" actId="14100"/>
          <ac:picMkLst>
            <pc:docMk/>
            <pc:sldMk cId="2994571288" sldId="274"/>
            <ac:picMk id="10" creationId="{1CA27B62-1F84-D687-8CFF-3D114D3C6114}"/>
          </ac:picMkLst>
        </pc:picChg>
        <pc:picChg chg="mod">
          <ac:chgData name="yash thakur" userId="86dea3b3ec742fab" providerId="Windows Live" clId="Web-{6DD2AF47-EC53-402E-BE2D-5947CB20BA7D}" dt="2026-01-10T07:27:27.920" v="14" actId="1076"/>
          <ac:picMkLst>
            <pc:docMk/>
            <pc:sldMk cId="2994571288" sldId="274"/>
            <ac:picMk id="13" creationId="{E278CE8E-A1B2-B794-BF41-D1621261CC61}"/>
          </ac:picMkLst>
        </pc:picChg>
        <pc:picChg chg="mod">
          <ac:chgData name="yash thakur" userId="86dea3b3ec742fab" providerId="Windows Live" clId="Web-{6DD2AF47-EC53-402E-BE2D-5947CB20BA7D}" dt="2026-01-10T07:28:28.687" v="25" actId="14100"/>
          <ac:picMkLst>
            <pc:docMk/>
            <pc:sldMk cId="2994571288" sldId="274"/>
            <ac:picMk id="14" creationId="{1BAEE329-CB80-B9B4-F4EF-988E8385DF1B}"/>
          </ac:picMkLst>
        </pc:picChg>
      </pc:sldChg>
      <pc:sldChg chg="modSp">
        <pc:chgData name="yash thakur" userId="86dea3b3ec742fab" providerId="Windows Live" clId="Web-{6DD2AF47-EC53-402E-BE2D-5947CB20BA7D}" dt="2026-01-10T07:32:06.540" v="29" actId="20577"/>
        <pc:sldMkLst>
          <pc:docMk/>
          <pc:sldMk cId="75512361" sldId="278"/>
        </pc:sldMkLst>
        <pc:spChg chg="mod">
          <ac:chgData name="yash thakur" userId="86dea3b3ec742fab" providerId="Windows Live" clId="Web-{6DD2AF47-EC53-402E-BE2D-5947CB20BA7D}" dt="2026-01-10T07:32:06.540" v="29" actId="20577"/>
          <ac:spMkLst>
            <pc:docMk/>
            <pc:sldMk cId="75512361" sldId="278"/>
            <ac:spMk id="2" creationId="{C0DA9A0B-BDFA-95E2-841C-055E9393454D}"/>
          </ac:spMkLst>
        </pc:spChg>
      </pc:sldChg>
      <pc:sldChg chg="addSp modSp">
        <pc:chgData name="yash thakur" userId="86dea3b3ec742fab" providerId="Windows Live" clId="Web-{6DD2AF47-EC53-402E-BE2D-5947CB20BA7D}" dt="2026-01-10T07:43:28.669" v="37" actId="1076"/>
        <pc:sldMkLst>
          <pc:docMk/>
          <pc:sldMk cId="1078681918" sldId="283"/>
        </pc:sldMkLst>
        <pc:picChg chg="add mod">
          <ac:chgData name="yash thakur" userId="86dea3b3ec742fab" providerId="Windows Live" clId="Web-{6DD2AF47-EC53-402E-BE2D-5947CB20BA7D}" dt="2026-01-10T07:43:28.669" v="37" actId="1076"/>
          <ac:picMkLst>
            <pc:docMk/>
            <pc:sldMk cId="1078681918" sldId="283"/>
            <ac:picMk id="2" creationId="{5BF33A8D-BB9C-A3CE-359B-A8A77537473B}"/>
          </ac:picMkLst>
        </pc:picChg>
      </pc:sldChg>
      <pc:sldChg chg="addSp delSp modSp new">
        <pc:chgData name="yash thakur" userId="86dea3b3ec742fab" providerId="Windows Live" clId="Web-{6DD2AF47-EC53-402E-BE2D-5947CB20BA7D}" dt="2026-01-10T07:56:42.010" v="109" actId="1076"/>
        <pc:sldMkLst>
          <pc:docMk/>
          <pc:sldMk cId="2445070612" sldId="284"/>
        </pc:sldMkLst>
        <pc:spChg chg="add mod">
          <ac:chgData name="yash thakur" userId="86dea3b3ec742fab" providerId="Windows Live" clId="Web-{6DD2AF47-EC53-402E-BE2D-5947CB20BA7D}" dt="2026-01-10T07:51:33.046" v="61" actId="20577"/>
          <ac:spMkLst>
            <pc:docMk/>
            <pc:sldMk cId="2445070612" sldId="284"/>
            <ac:spMk id="6" creationId="{2AB0E7CD-2692-4BA2-9B1A-5AF92A5ABEC5}"/>
          </ac:spMkLst>
        </pc:spChg>
        <pc:spChg chg="add">
          <ac:chgData name="yash thakur" userId="86dea3b3ec742fab" providerId="Windows Live" clId="Web-{6DD2AF47-EC53-402E-BE2D-5947CB20BA7D}" dt="2026-01-10T07:51:05.076" v="40"/>
          <ac:spMkLst>
            <pc:docMk/>
            <pc:sldMk cId="2445070612" sldId="284"/>
            <ac:spMk id="10" creationId="{1DF612E3-A738-6C30-E219-C7DC201EC84A}"/>
          </ac:spMkLst>
        </pc:spChg>
        <pc:spChg chg="add mod">
          <ac:chgData name="yash thakur" userId="86dea3b3ec742fab" providerId="Windows Live" clId="Web-{6DD2AF47-EC53-402E-BE2D-5947CB20BA7D}" dt="2026-01-10T07:56:42.010" v="109" actId="1076"/>
          <ac:spMkLst>
            <pc:docMk/>
            <pc:sldMk cId="2445070612" sldId="284"/>
            <ac:spMk id="31" creationId="{635445D3-3941-011A-AE86-82B73FA174A1}"/>
          </ac:spMkLst>
        </pc:spChg>
        <pc:picChg chg="add mod">
          <ac:chgData name="yash thakur" userId="86dea3b3ec742fab" providerId="Windows Live" clId="Web-{6DD2AF47-EC53-402E-BE2D-5947CB20BA7D}" dt="2026-01-10T07:53:49.425" v="91" actId="1076"/>
          <ac:picMkLst>
            <pc:docMk/>
            <pc:sldMk cId="2445070612" sldId="284"/>
            <ac:picMk id="30" creationId="{FC2A9A96-043B-C9CA-3498-617F16A1097F}"/>
          </ac:picMkLst>
        </pc:picChg>
        <pc:cxnChg chg="add">
          <ac:chgData name="yash thakur" userId="86dea3b3ec742fab" providerId="Windows Live" clId="Web-{6DD2AF47-EC53-402E-BE2D-5947CB20BA7D}" dt="2026-01-10T07:51:05.076" v="39"/>
          <ac:cxnSpMkLst>
            <pc:docMk/>
            <pc:sldMk cId="2445070612" sldId="284"/>
            <ac:cxnSpMk id="8" creationId="{3F0BB702-0E5E-F5A6-FAAD-3A4782A0FCED}"/>
          </ac:cxnSpMkLst>
        </pc:cxnChg>
      </pc:sldChg>
      <pc:sldChg chg="addSp delSp modSp new">
        <pc:chgData name="yash thakur" userId="86dea3b3ec742fab" providerId="Windows Live" clId="Web-{6DD2AF47-EC53-402E-BE2D-5947CB20BA7D}" dt="2026-01-10T08:41:20.649" v="267" actId="20577"/>
        <pc:sldMkLst>
          <pc:docMk/>
          <pc:sldMk cId="1218905027" sldId="285"/>
        </pc:sldMkLst>
        <pc:spChg chg="add">
          <ac:chgData name="yash thakur" userId="86dea3b3ec742fab" providerId="Windows Live" clId="Web-{6DD2AF47-EC53-402E-BE2D-5947CB20BA7D}" dt="2026-01-10T08:06:05.515" v="114"/>
          <ac:spMkLst>
            <pc:docMk/>
            <pc:sldMk cId="1218905027" sldId="285"/>
            <ac:spMk id="6" creationId="{5CE1599C-7C53-0CB3-0581-BC5BFE3BF460}"/>
          </ac:spMkLst>
        </pc:spChg>
        <pc:spChg chg="add">
          <ac:chgData name="yash thakur" userId="86dea3b3ec742fab" providerId="Windows Live" clId="Web-{6DD2AF47-EC53-402E-BE2D-5947CB20BA7D}" dt="2026-01-10T08:06:05.530" v="116"/>
          <ac:spMkLst>
            <pc:docMk/>
            <pc:sldMk cId="1218905027" sldId="285"/>
            <ac:spMk id="10" creationId="{BBD1D593-4843-8247-5A37-6A0BBD97CBC7}"/>
          </ac:spMkLst>
        </pc:spChg>
        <pc:spChg chg="add mod">
          <ac:chgData name="yash thakur" userId="86dea3b3ec742fab" providerId="Windows Live" clId="Web-{6DD2AF47-EC53-402E-BE2D-5947CB20BA7D}" dt="2026-01-10T08:41:20.649" v="267" actId="20577"/>
          <ac:spMkLst>
            <pc:docMk/>
            <pc:sldMk cId="1218905027" sldId="285"/>
            <ac:spMk id="14" creationId="{88239620-EA48-9294-5611-4E0A9623C24C}"/>
          </ac:spMkLst>
        </pc:spChg>
        <pc:picChg chg="add">
          <ac:chgData name="yash thakur" userId="86dea3b3ec742fab" providerId="Windows Live" clId="Web-{6DD2AF47-EC53-402E-BE2D-5947CB20BA7D}" dt="2026-01-10T08:06:05.577" v="117"/>
          <ac:picMkLst>
            <pc:docMk/>
            <pc:sldMk cId="1218905027" sldId="285"/>
            <ac:picMk id="12" creationId="{7921F9C6-4C15-5A06-51C1-251B43464A8F}"/>
          </ac:picMkLst>
        </pc:picChg>
        <pc:cxnChg chg="add">
          <ac:chgData name="yash thakur" userId="86dea3b3ec742fab" providerId="Windows Live" clId="Web-{6DD2AF47-EC53-402E-BE2D-5947CB20BA7D}" dt="2026-01-10T08:06:05.530" v="115"/>
          <ac:cxnSpMkLst>
            <pc:docMk/>
            <pc:sldMk cId="1218905027" sldId="285"/>
            <ac:cxnSpMk id="8" creationId="{CD7EC311-8A1A-0730-C3BF-57EC207D769E}"/>
          </ac:cxnSpMkLst>
        </pc:cxnChg>
      </pc:sldChg>
      <pc:sldChg chg="delSp modSp add replId">
        <pc:chgData name="yash thakur" userId="86dea3b3ec742fab" providerId="Windows Live" clId="Web-{6DD2AF47-EC53-402E-BE2D-5947CB20BA7D}" dt="2026-01-10T08:47:47.385" v="351" actId="20577"/>
        <pc:sldMkLst>
          <pc:docMk/>
          <pc:sldMk cId="4230635769" sldId="286"/>
        </pc:sldMkLst>
        <pc:spChg chg="mod">
          <ac:chgData name="yash thakur" userId="86dea3b3ec742fab" providerId="Windows Live" clId="Web-{6DD2AF47-EC53-402E-BE2D-5947CB20BA7D}" dt="2026-01-10T08:42:39.998" v="277" actId="20577"/>
          <ac:spMkLst>
            <pc:docMk/>
            <pc:sldMk cId="4230635769" sldId="286"/>
            <ac:spMk id="6" creationId="{38A1535B-C799-D5EE-E14B-44A7AE15BCE2}"/>
          </ac:spMkLst>
        </pc:spChg>
        <pc:spChg chg="mod">
          <ac:chgData name="yash thakur" userId="86dea3b3ec742fab" providerId="Windows Live" clId="Web-{6DD2AF47-EC53-402E-BE2D-5947CB20BA7D}" dt="2026-01-10T08:47:47.385" v="351" actId="20577"/>
          <ac:spMkLst>
            <pc:docMk/>
            <pc:sldMk cId="4230635769" sldId="286"/>
            <ac:spMk id="14" creationId="{AEDC017E-1717-6BF7-CD6A-AD92F2DE788F}"/>
          </ac:spMkLst>
        </pc:spChg>
      </pc:sldChg>
      <pc:sldChg chg="addSp modSp add replId">
        <pc:chgData name="yash thakur" userId="86dea3b3ec742fab" providerId="Windows Live" clId="Web-{6DD2AF47-EC53-402E-BE2D-5947CB20BA7D}" dt="2026-01-10T09:04:20.205" v="392" actId="14100"/>
        <pc:sldMkLst>
          <pc:docMk/>
          <pc:sldMk cId="4238207350" sldId="287"/>
        </pc:sldMkLst>
        <pc:spChg chg="mod">
          <ac:chgData name="yash thakur" userId="86dea3b3ec742fab" providerId="Windows Live" clId="Web-{6DD2AF47-EC53-402E-BE2D-5947CB20BA7D}" dt="2026-01-10T08:50:08.473" v="372" actId="20577"/>
          <ac:spMkLst>
            <pc:docMk/>
            <pc:sldMk cId="4238207350" sldId="287"/>
            <ac:spMk id="6" creationId="{4BC34F84-AB27-3724-F1CE-274090B0E5F9}"/>
          </ac:spMkLst>
        </pc:spChg>
        <pc:spChg chg="mod">
          <ac:chgData name="yash thakur" userId="86dea3b3ec742fab" providerId="Windows Live" clId="Web-{6DD2AF47-EC53-402E-BE2D-5947CB20BA7D}" dt="2026-01-10T08:52:33.376" v="382" actId="20577"/>
          <ac:spMkLst>
            <pc:docMk/>
            <pc:sldMk cId="4238207350" sldId="287"/>
            <ac:spMk id="14" creationId="{BF198D63-4394-E423-B58C-B91E8D5FA87B}"/>
          </ac:spMkLst>
        </pc:spChg>
        <pc:picChg chg="add mod">
          <ac:chgData name="yash thakur" userId="86dea3b3ec742fab" providerId="Windows Live" clId="Web-{6DD2AF47-EC53-402E-BE2D-5947CB20BA7D}" dt="2026-01-10T09:04:20.205" v="392" actId="14100"/>
          <ac:picMkLst>
            <pc:docMk/>
            <pc:sldMk cId="4238207350" sldId="287"/>
            <ac:picMk id="2" creationId="{C3779617-A530-15DF-F56D-820138EF396B}"/>
          </ac:picMkLst>
        </pc:picChg>
      </pc:sldChg>
    </pc:docChg>
  </pc:docChgLst>
  <pc:docChgLst>
    <pc:chgData name="yash thakur" userId="86dea3b3ec742fab" providerId="Windows Live" clId="Web-{D90B22FD-B6CE-4C3B-B6A0-346CC5E06C18}"/>
    <pc:docChg chg="addSld delSld modSld">
      <pc:chgData name="yash thakur" userId="86dea3b3ec742fab" providerId="Windows Live" clId="Web-{D90B22FD-B6CE-4C3B-B6A0-346CC5E06C18}" dt="2026-01-14T09:14:09.292" v="30"/>
      <pc:docMkLst>
        <pc:docMk/>
      </pc:docMkLst>
      <pc:sldChg chg="new del">
        <pc:chgData name="yash thakur" userId="86dea3b3ec742fab" providerId="Windows Live" clId="Web-{D90B22FD-B6CE-4C3B-B6A0-346CC5E06C18}" dt="2026-01-14T09:13:12.120" v="1"/>
        <pc:sldMkLst>
          <pc:docMk/>
          <pc:sldMk cId="833510364" sldId="298"/>
        </pc:sldMkLst>
      </pc:sldChg>
      <pc:sldChg chg="addSp delSp modSp add replId">
        <pc:chgData name="yash thakur" userId="86dea3b3ec742fab" providerId="Windows Live" clId="Web-{D90B22FD-B6CE-4C3B-B6A0-346CC5E06C18}" dt="2026-01-14T09:14:09.292" v="30"/>
        <pc:sldMkLst>
          <pc:docMk/>
          <pc:sldMk cId="2733811055" sldId="298"/>
        </pc:sldMkLst>
        <pc:spChg chg="del">
          <ac:chgData name="yash thakur" userId="86dea3b3ec742fab" providerId="Windows Live" clId="Web-{D90B22FD-B6CE-4C3B-B6A0-346CC5E06C18}" dt="2026-01-14T09:13:57.152" v="25"/>
          <ac:spMkLst>
            <pc:docMk/>
            <pc:sldMk cId="2733811055" sldId="298"/>
            <ac:spMk id="4" creationId="{57800C51-DA34-214B-B7AB-840B60C49579}"/>
          </ac:spMkLst>
        </pc:spChg>
        <pc:spChg chg="add mod">
          <ac:chgData name="yash thakur" userId="86dea3b3ec742fab" providerId="Windows Live" clId="Web-{D90B22FD-B6CE-4C3B-B6A0-346CC5E06C18}" dt="2026-01-14T09:14:06.386" v="28" actId="14100"/>
          <ac:spMkLst>
            <pc:docMk/>
            <pc:sldMk cId="2733811055" sldId="298"/>
            <ac:spMk id="7" creationId="{4F5A20F3-8207-0C88-A720-BC538C9701F2}"/>
          </ac:spMkLst>
        </pc:spChg>
        <pc:spChg chg="mod">
          <ac:chgData name="yash thakur" userId="86dea3b3ec742fab" providerId="Windows Live" clId="Web-{D90B22FD-B6CE-4C3B-B6A0-346CC5E06C18}" dt="2026-01-14T09:13:32.324" v="24" actId="20577"/>
          <ac:spMkLst>
            <pc:docMk/>
            <pc:sldMk cId="2733811055" sldId="298"/>
            <ac:spMk id="8" creationId="{537E2110-964C-4CBD-47E2-E2ACC835CBB1}"/>
          </ac:spMkLst>
        </pc:spChg>
        <pc:picChg chg="del mod">
          <ac:chgData name="yash thakur" userId="86dea3b3ec742fab" providerId="Windows Live" clId="Web-{D90B22FD-B6CE-4C3B-B6A0-346CC5E06C18}" dt="2026-01-14T09:14:09.292" v="30"/>
          <ac:picMkLst>
            <pc:docMk/>
            <pc:sldMk cId="2733811055" sldId="298"/>
            <ac:picMk id="5" creationId="{03C5EAEA-78F2-D9DB-9DBF-28E77D3A7F30}"/>
          </ac:picMkLst>
        </pc:picChg>
      </pc:sldChg>
    </pc:docChg>
  </pc:docChgLst>
  <pc:docChgLst>
    <pc:chgData name="yash thakur" userId="86dea3b3ec742fab" providerId="Windows Live" clId="Web-{D628ED47-9D51-45F9-97F9-A457BC2E8F69}"/>
    <pc:docChg chg="addSld delSld modSld">
      <pc:chgData name="yash thakur" userId="86dea3b3ec742fab" providerId="Windows Live" clId="Web-{D628ED47-9D51-45F9-97F9-A457BC2E8F69}" dt="2026-01-14T11:01:09.591" v="106" actId="1076"/>
      <pc:docMkLst>
        <pc:docMk/>
      </pc:docMkLst>
      <pc:sldChg chg="add del">
        <pc:chgData name="yash thakur" userId="86dea3b3ec742fab" providerId="Windows Live" clId="Web-{D628ED47-9D51-45F9-97F9-A457BC2E8F69}" dt="2026-01-14T10:55:42.810" v="12"/>
        <pc:sldMkLst>
          <pc:docMk/>
          <pc:sldMk cId="2974758923" sldId="288"/>
        </pc:sldMkLst>
      </pc:sldChg>
      <pc:sldChg chg="modSp">
        <pc:chgData name="yash thakur" userId="86dea3b3ec742fab" providerId="Windows Live" clId="Web-{D628ED47-9D51-45F9-97F9-A457BC2E8F69}" dt="2026-01-14T10:48:12.710" v="10" actId="1076"/>
        <pc:sldMkLst>
          <pc:docMk/>
          <pc:sldMk cId="858117912" sldId="292"/>
        </pc:sldMkLst>
        <pc:spChg chg="mod">
          <ac:chgData name="yash thakur" userId="86dea3b3ec742fab" providerId="Windows Live" clId="Web-{D628ED47-9D51-45F9-97F9-A457BC2E8F69}" dt="2026-01-14T10:48:12.710" v="10" actId="1076"/>
          <ac:spMkLst>
            <pc:docMk/>
            <pc:sldMk cId="858117912" sldId="292"/>
            <ac:spMk id="7" creationId="{FA370AF2-E41D-B370-4820-B33C9F3D5E35}"/>
          </ac:spMkLst>
        </pc:spChg>
      </pc:sldChg>
      <pc:sldChg chg="del">
        <pc:chgData name="yash thakur" userId="86dea3b3ec742fab" providerId="Windows Live" clId="Web-{D628ED47-9D51-45F9-97F9-A457BC2E8F69}" dt="2026-01-14T10:39:14.008" v="0"/>
        <pc:sldMkLst>
          <pc:docMk/>
          <pc:sldMk cId="762277902" sldId="293"/>
        </pc:sldMkLst>
      </pc:sldChg>
      <pc:sldChg chg="del">
        <pc:chgData name="yash thakur" userId="86dea3b3ec742fab" providerId="Windows Live" clId="Web-{D628ED47-9D51-45F9-97F9-A457BC2E8F69}" dt="2026-01-14T10:39:18.899" v="1"/>
        <pc:sldMkLst>
          <pc:docMk/>
          <pc:sldMk cId="3024189139" sldId="295"/>
        </pc:sldMkLst>
      </pc:sldChg>
      <pc:sldChg chg="addSp delSp modSp add replId">
        <pc:chgData name="yash thakur" userId="86dea3b3ec742fab" providerId="Windows Live" clId="Web-{D628ED47-9D51-45F9-97F9-A457BC2E8F69}" dt="2026-01-14T11:00:02.700" v="77" actId="20577"/>
        <pc:sldMkLst>
          <pc:docMk/>
          <pc:sldMk cId="3762639138" sldId="299"/>
        </pc:sldMkLst>
        <pc:spChg chg="add mod">
          <ac:chgData name="yash thakur" userId="86dea3b3ec742fab" providerId="Windows Live" clId="Web-{D628ED47-9D51-45F9-97F9-A457BC2E8F69}" dt="2026-01-14T10:58:53.948" v="60" actId="1076"/>
          <ac:spMkLst>
            <pc:docMk/>
            <pc:sldMk cId="3762639138" sldId="299"/>
            <ac:spMk id="2" creationId="{0CAF3826-3E6B-4C59-8EC0-38E6F02224F4}"/>
          </ac:spMkLst>
        </pc:spChg>
        <pc:spChg chg="add mod">
          <ac:chgData name="yash thakur" userId="86dea3b3ec742fab" providerId="Windows Live" clId="Web-{D628ED47-9D51-45F9-97F9-A457BC2E8F69}" dt="2026-01-14T11:00:02.700" v="77" actId="20577"/>
          <ac:spMkLst>
            <pc:docMk/>
            <pc:sldMk cId="3762639138" sldId="299"/>
            <ac:spMk id="4" creationId="{954BEFDF-CB90-4846-2A7E-051DF187BC73}"/>
          </ac:spMkLst>
        </pc:spChg>
        <pc:spChg chg="mod">
          <ac:chgData name="yash thakur" userId="86dea3b3ec742fab" providerId="Windows Live" clId="Web-{D628ED47-9D51-45F9-97F9-A457BC2E8F69}" dt="2026-01-14T10:56:01.155" v="24" actId="20577"/>
          <ac:spMkLst>
            <pc:docMk/>
            <pc:sldMk cId="3762639138" sldId="299"/>
            <ac:spMk id="6" creationId="{55221A50-C71C-EC7D-8DAF-3FFA2E939F09}"/>
          </ac:spMkLst>
        </pc:spChg>
        <pc:spChg chg="mod">
          <ac:chgData name="yash thakur" userId="86dea3b3ec742fab" providerId="Windows Live" clId="Web-{D628ED47-9D51-45F9-97F9-A457BC2E8F69}" dt="2026-01-14T10:59:18.059" v="68" actId="1076"/>
          <ac:spMkLst>
            <pc:docMk/>
            <pc:sldMk cId="3762639138" sldId="299"/>
            <ac:spMk id="15" creationId="{0502B4E0-55BA-AD7A-87F8-A0018F90BBBC}"/>
          </ac:spMkLst>
        </pc:spChg>
        <pc:picChg chg="del">
          <ac:chgData name="yash thakur" userId="86dea3b3ec742fab" providerId="Windows Live" clId="Web-{D628ED47-9D51-45F9-97F9-A457BC2E8F69}" dt="2026-01-14T10:56:02.920" v="25"/>
          <ac:picMkLst>
            <pc:docMk/>
            <pc:sldMk cId="3762639138" sldId="299"/>
            <ac:picMk id="16" creationId="{2F299E80-7364-DA38-B2A1-FA5895FB443C}"/>
          </ac:picMkLst>
        </pc:picChg>
        <pc:picChg chg="del mod">
          <ac:chgData name="yash thakur" userId="86dea3b3ec742fab" providerId="Windows Live" clId="Web-{D628ED47-9D51-45F9-97F9-A457BC2E8F69}" dt="2026-01-14T10:56:03.826" v="27"/>
          <ac:picMkLst>
            <pc:docMk/>
            <pc:sldMk cId="3762639138" sldId="299"/>
            <ac:picMk id="17" creationId="{D19E75D8-ED92-B347-8E25-8F03D94B53BB}"/>
          </ac:picMkLst>
        </pc:picChg>
      </pc:sldChg>
      <pc:sldChg chg="delSp modSp add replId">
        <pc:chgData name="yash thakur" userId="86dea3b3ec742fab" providerId="Windows Live" clId="Web-{D628ED47-9D51-45F9-97F9-A457BC2E8F69}" dt="2026-01-14T11:01:09.591" v="106" actId="1076"/>
        <pc:sldMkLst>
          <pc:docMk/>
          <pc:sldMk cId="1484299850" sldId="300"/>
        </pc:sldMkLst>
        <pc:spChg chg="del mod">
          <ac:chgData name="yash thakur" userId="86dea3b3ec742fab" providerId="Windows Live" clId="Web-{D628ED47-9D51-45F9-97F9-A457BC2E8F69}" dt="2026-01-14T11:00:33.435" v="96"/>
          <ac:spMkLst>
            <pc:docMk/>
            <pc:sldMk cId="1484299850" sldId="300"/>
            <ac:spMk id="2" creationId="{DAC7F03D-2A12-0594-E3F9-928411BC45EF}"/>
          </ac:spMkLst>
        </pc:spChg>
        <pc:spChg chg="del">
          <ac:chgData name="yash thakur" userId="86dea3b3ec742fab" providerId="Windows Live" clId="Web-{D628ED47-9D51-45F9-97F9-A457BC2E8F69}" dt="2026-01-14T11:00:34.794" v="97"/>
          <ac:spMkLst>
            <pc:docMk/>
            <pc:sldMk cId="1484299850" sldId="300"/>
            <ac:spMk id="4" creationId="{466EE64B-59FE-B5C8-00F3-017975550F88}"/>
          </ac:spMkLst>
        </pc:spChg>
        <pc:spChg chg="mod">
          <ac:chgData name="yash thakur" userId="86dea3b3ec742fab" providerId="Windows Live" clId="Web-{D628ED47-9D51-45F9-97F9-A457BC2E8F69}" dt="2026-01-14T11:00:19.013" v="86" actId="20577"/>
          <ac:spMkLst>
            <pc:docMk/>
            <pc:sldMk cId="1484299850" sldId="300"/>
            <ac:spMk id="6" creationId="{0651E5F5-6235-E5CF-1751-AB177DCC2CBA}"/>
          </ac:spMkLst>
        </pc:spChg>
        <pc:spChg chg="mod">
          <ac:chgData name="yash thakur" userId="86dea3b3ec742fab" providerId="Windows Live" clId="Web-{D628ED47-9D51-45F9-97F9-A457BC2E8F69}" dt="2026-01-14T11:01:09.591" v="106" actId="1076"/>
          <ac:spMkLst>
            <pc:docMk/>
            <pc:sldMk cId="1484299850" sldId="300"/>
            <ac:spMk id="15" creationId="{9AECF0A8-3336-F3EE-8C10-82FA8C41A082}"/>
          </ac:spMkLst>
        </pc:spChg>
      </pc:sldChg>
    </pc:docChg>
  </pc:docChgLst>
  <pc:docChgLst>
    <pc:chgData name="yash thakur" userId="86dea3b3ec742fab" providerId="Windows Live" clId="Web-{36F9EC79-8AFA-4C9E-A6B5-D237FC4DD812}"/>
    <pc:docChg chg="modSld">
      <pc:chgData name="yash thakur" userId="86dea3b3ec742fab" providerId="Windows Live" clId="Web-{36F9EC79-8AFA-4C9E-A6B5-D237FC4DD812}" dt="2026-01-11T10:17:57.990" v="65" actId="20577"/>
      <pc:docMkLst>
        <pc:docMk/>
      </pc:docMkLst>
      <pc:sldChg chg="addSp delSp">
        <pc:chgData name="yash thakur" userId="86dea3b3ec742fab" providerId="Windows Live" clId="Web-{36F9EC79-8AFA-4C9E-A6B5-D237FC4DD812}" dt="2026-01-11T09:34:07.807" v="21"/>
        <pc:sldMkLst>
          <pc:docMk/>
          <pc:sldMk cId="2672866865" sldId="281"/>
        </pc:sldMkLst>
      </pc:sldChg>
      <pc:sldChg chg="addSp delSp modSp">
        <pc:chgData name="yash thakur" userId="86dea3b3ec742fab" providerId="Windows Live" clId="Web-{36F9EC79-8AFA-4C9E-A6B5-D237FC4DD812}" dt="2026-01-11T09:39:28.625" v="63" actId="20577"/>
        <pc:sldMkLst>
          <pc:docMk/>
          <pc:sldMk cId="2631907878" sldId="282"/>
        </pc:sldMkLst>
        <pc:spChg chg="mod">
          <ac:chgData name="yash thakur" userId="86dea3b3ec742fab" providerId="Windows Live" clId="Web-{36F9EC79-8AFA-4C9E-A6B5-D237FC4DD812}" dt="2026-01-11T09:39:28.625" v="63" actId="20577"/>
          <ac:spMkLst>
            <pc:docMk/>
            <pc:sldMk cId="2631907878" sldId="282"/>
            <ac:spMk id="14" creationId="{48E68ECE-B1C1-098D-BAFA-4CB101FD4BA7}"/>
          </ac:spMkLst>
        </pc:spChg>
      </pc:sldChg>
      <pc:sldChg chg="addSp delSp">
        <pc:chgData name="yash thakur" userId="86dea3b3ec742fab" providerId="Windows Live" clId="Web-{36F9EC79-8AFA-4C9E-A6B5-D237FC4DD812}" dt="2026-01-11T09:38:40.280" v="29"/>
        <pc:sldMkLst>
          <pc:docMk/>
          <pc:sldMk cId="1078681918" sldId="283"/>
        </pc:sldMkLst>
      </pc:sldChg>
      <pc:sldChg chg="modSp">
        <pc:chgData name="yash thakur" userId="86dea3b3ec742fab" providerId="Windows Live" clId="Web-{36F9EC79-8AFA-4C9E-A6B5-D237FC4DD812}" dt="2026-01-11T10:17:57.990" v="65" actId="20577"/>
        <pc:sldMkLst>
          <pc:docMk/>
          <pc:sldMk cId="3397377245" sldId="289"/>
        </pc:sldMkLst>
        <pc:spChg chg="mod">
          <ac:chgData name="yash thakur" userId="86dea3b3ec742fab" providerId="Windows Live" clId="Web-{36F9EC79-8AFA-4C9E-A6B5-D237FC4DD812}" dt="2026-01-11T10:17:57.990" v="65" actId="20577"/>
          <ac:spMkLst>
            <pc:docMk/>
            <pc:sldMk cId="3397377245" sldId="289"/>
            <ac:spMk id="22" creationId="{EF8EF47B-CF1E-790A-E355-7225C513A08A}"/>
          </ac:spMkLst>
        </pc:spChg>
      </pc:sldChg>
    </pc:docChg>
  </pc:docChgLst>
  <pc:docChgLst>
    <pc:chgData name="yash thakur" userId="86dea3b3ec742fab" providerId="Windows Live" clId="Web-{2AD86326-3EAE-45CF-961E-570CCBCA4E4C}"/>
    <pc:docChg chg="mod addSld delSld modSld sldOrd">
      <pc:chgData name="yash thakur" userId="86dea3b3ec742fab" providerId="Windows Live" clId="Web-{2AD86326-3EAE-45CF-961E-570CCBCA4E4C}" dt="2026-01-13T16:24:00.026" v="2624" actId="20577"/>
      <pc:docMkLst>
        <pc:docMk/>
      </pc:docMkLst>
      <pc:sldChg chg="modSp">
        <pc:chgData name="yash thakur" userId="86dea3b3ec742fab" providerId="Windows Live" clId="Web-{2AD86326-3EAE-45CF-961E-570CCBCA4E4C}" dt="2026-01-13T12:36:16.710" v="46" actId="20577"/>
        <pc:sldMkLst>
          <pc:docMk/>
          <pc:sldMk cId="0" sldId="257"/>
        </pc:sldMkLst>
        <pc:spChg chg="mod">
          <ac:chgData name="yash thakur" userId="86dea3b3ec742fab" providerId="Windows Live" clId="Web-{2AD86326-3EAE-45CF-961E-570CCBCA4E4C}" dt="2026-01-13T12:36:16.710" v="46" actId="20577"/>
          <ac:spMkLst>
            <pc:docMk/>
            <pc:sldMk cId="0" sldId="257"/>
            <ac:spMk id="730" creationId="{00000000-0000-0000-0000-000000000000}"/>
          </ac:spMkLst>
        </pc:spChg>
      </pc:sldChg>
      <pc:sldChg chg="modSp">
        <pc:chgData name="yash thakur" userId="86dea3b3ec742fab" providerId="Windows Live" clId="Web-{2AD86326-3EAE-45CF-961E-570CCBCA4E4C}" dt="2026-01-13T16:24:00.026" v="2624" actId="20577"/>
        <pc:sldMkLst>
          <pc:docMk/>
          <pc:sldMk cId="3099447527" sldId="279"/>
        </pc:sldMkLst>
        <pc:spChg chg="mod">
          <ac:chgData name="yash thakur" userId="86dea3b3ec742fab" providerId="Windows Live" clId="Web-{2AD86326-3EAE-45CF-961E-570CCBCA4E4C}" dt="2026-01-13T16:24:00.026" v="2624" actId="20577"/>
          <ac:spMkLst>
            <pc:docMk/>
            <pc:sldMk cId="3099447527" sldId="279"/>
            <ac:spMk id="11" creationId="{81F4DC7F-F04C-5450-BEAC-502BBFF4D421}"/>
          </ac:spMkLst>
        </pc:spChg>
        <pc:spChg chg="mod">
          <ac:chgData name="yash thakur" userId="86dea3b3ec742fab" providerId="Windows Live" clId="Web-{2AD86326-3EAE-45CF-961E-570CCBCA4E4C}" dt="2026-01-13T14:50:06.655" v="1976" actId="20577"/>
          <ac:spMkLst>
            <pc:docMk/>
            <pc:sldMk cId="3099447527" sldId="279"/>
            <ac:spMk id="14" creationId="{DA7E0A4C-61F1-027D-D076-70C30A0C5343}"/>
          </ac:spMkLst>
        </pc:spChg>
      </pc:sldChg>
      <pc:sldChg chg="addSp delSp modSp">
        <pc:chgData name="yash thakur" userId="86dea3b3ec742fab" providerId="Windows Live" clId="Web-{2AD86326-3EAE-45CF-961E-570CCBCA4E4C}" dt="2026-01-13T15:19:53.903" v="2143" actId="20577"/>
        <pc:sldMkLst>
          <pc:docMk/>
          <pc:sldMk cId="3397377245" sldId="289"/>
        </pc:sldMkLst>
        <pc:spChg chg="mod topLvl">
          <ac:chgData name="yash thakur" userId="86dea3b3ec742fab" providerId="Windows Live" clId="Web-{2AD86326-3EAE-45CF-961E-570CCBCA4E4C}" dt="2026-01-13T12:45:29.224" v="127"/>
          <ac:spMkLst>
            <pc:docMk/>
            <pc:sldMk cId="3397377245" sldId="289"/>
            <ac:spMk id="11" creationId="{5525DBAB-9EDA-16B1-7E11-DD4A5A1A87C1}"/>
          </ac:spMkLst>
        </pc:spChg>
        <pc:spChg chg="topLvl">
          <ac:chgData name="yash thakur" userId="86dea3b3ec742fab" providerId="Windows Live" clId="Web-{2AD86326-3EAE-45CF-961E-570CCBCA4E4C}" dt="2026-01-13T12:45:37.302" v="128"/>
          <ac:spMkLst>
            <pc:docMk/>
            <pc:sldMk cId="3397377245" sldId="289"/>
            <ac:spMk id="13" creationId="{D6938FFC-CB5D-82F4-4497-171B09A8701D}"/>
          </ac:spMkLst>
        </pc:spChg>
        <pc:spChg chg="mod">
          <ac:chgData name="yash thakur" userId="86dea3b3ec742fab" providerId="Windows Live" clId="Web-{2AD86326-3EAE-45CF-961E-570CCBCA4E4C}" dt="2026-01-13T15:19:53.903" v="2143" actId="20577"/>
          <ac:spMkLst>
            <pc:docMk/>
            <pc:sldMk cId="3397377245" sldId="289"/>
            <ac:spMk id="14" creationId="{550A9F35-D073-4BAF-9585-B12C016F4B53}"/>
          </ac:spMkLst>
        </pc:spChg>
        <pc:grpChg chg="add mod">
          <ac:chgData name="yash thakur" userId="86dea3b3ec742fab" providerId="Windows Live" clId="Web-{2AD86326-3EAE-45CF-961E-570CCBCA4E4C}" dt="2026-01-13T12:45:15.239" v="123" actId="1076"/>
          <ac:grpSpMkLst>
            <pc:docMk/>
            <pc:sldMk cId="3397377245" sldId="289"/>
            <ac:grpSpMk id="2" creationId="{C8BF06D8-DF36-8738-5721-7458AC38EBC4}"/>
          </ac:grpSpMkLst>
        </pc:grpChg>
        <pc:grpChg chg="add mod">
          <ac:chgData name="yash thakur" userId="86dea3b3ec742fab" providerId="Windows Live" clId="Web-{2AD86326-3EAE-45CF-961E-570CCBCA4E4C}" dt="2026-01-13T12:45:08.317" v="122" actId="1076"/>
          <ac:grpSpMkLst>
            <pc:docMk/>
            <pc:sldMk cId="3397377245" sldId="289"/>
            <ac:grpSpMk id="3" creationId="{DC7BFF53-0675-57CB-BF0F-02AF8AD2F9D3}"/>
          </ac:grpSpMkLst>
        </pc:grpChg>
        <pc:grpChg chg="add mod">
          <ac:chgData name="yash thakur" userId="86dea3b3ec742fab" providerId="Windows Live" clId="Web-{2AD86326-3EAE-45CF-961E-570CCBCA4E4C}" dt="2026-01-13T12:45:18.474" v="124" actId="1076"/>
          <ac:grpSpMkLst>
            <pc:docMk/>
            <pc:sldMk cId="3397377245" sldId="289"/>
            <ac:grpSpMk id="4" creationId="{85E79FA4-5C59-E1C9-7EE5-394D24D81211}"/>
          </ac:grpSpMkLst>
        </pc:grpChg>
        <pc:grpChg chg="add del mod">
          <ac:chgData name="yash thakur" userId="86dea3b3ec742fab" providerId="Windows Live" clId="Web-{2AD86326-3EAE-45CF-961E-570CCBCA4E4C}" dt="2026-01-13T12:45:42.490" v="131"/>
          <ac:grpSpMkLst>
            <pc:docMk/>
            <pc:sldMk cId="3397377245" sldId="289"/>
            <ac:grpSpMk id="5" creationId="{DA8F4FCA-5CC2-A211-5D14-8EEAA5CF43D9}"/>
          </ac:grpSpMkLst>
        </pc:grpChg>
        <pc:grpChg chg="add del mod">
          <ac:chgData name="yash thakur" userId="86dea3b3ec742fab" providerId="Windows Live" clId="Web-{2AD86326-3EAE-45CF-961E-570CCBCA4E4C}" dt="2026-01-13T12:45:29.224" v="127"/>
          <ac:grpSpMkLst>
            <pc:docMk/>
            <pc:sldMk cId="3397377245" sldId="289"/>
            <ac:grpSpMk id="7" creationId="{5C6BD6D0-42FF-557C-0F9B-A605FA6CC935}"/>
          </ac:grpSpMkLst>
        </pc:grpChg>
        <pc:grpChg chg="add">
          <ac:chgData name="yash thakur" userId="86dea3b3ec742fab" providerId="Windows Live" clId="Web-{2AD86326-3EAE-45CF-961E-570CCBCA4E4C}" dt="2026-01-13T12:45:59.459" v="132"/>
          <ac:grpSpMkLst>
            <pc:docMk/>
            <pc:sldMk cId="3397377245" sldId="289"/>
            <ac:grpSpMk id="8" creationId="{FEB31DE7-BF1B-6FC2-36D4-3C6F13009C7F}"/>
          </ac:grpSpMkLst>
        </pc:grpChg>
        <pc:picChg chg="topLvl">
          <ac:chgData name="yash thakur" userId="86dea3b3ec742fab" providerId="Windows Live" clId="Web-{2AD86326-3EAE-45CF-961E-570CCBCA4E4C}" dt="2026-01-13T12:45:29.224" v="127"/>
          <ac:picMkLst>
            <pc:docMk/>
            <pc:sldMk cId="3397377245" sldId="289"/>
            <ac:picMk id="17" creationId="{F03DEAF7-655E-7D40-9648-78A415DB2B0C}"/>
          </ac:picMkLst>
        </pc:picChg>
        <pc:picChg chg="topLvl">
          <ac:chgData name="yash thakur" userId="86dea3b3ec742fab" providerId="Windows Live" clId="Web-{2AD86326-3EAE-45CF-961E-570CCBCA4E4C}" dt="2026-01-13T12:45:37.302" v="128"/>
          <ac:picMkLst>
            <pc:docMk/>
            <pc:sldMk cId="3397377245" sldId="289"/>
            <ac:picMk id="19" creationId="{7BDB32E5-31A9-EB80-6DEF-3D9FEA8F8FDC}"/>
          </ac:picMkLst>
        </pc:picChg>
      </pc:sldChg>
      <pc:sldChg chg="modSp">
        <pc:chgData name="yash thakur" userId="86dea3b3ec742fab" providerId="Windows Live" clId="Web-{2AD86326-3EAE-45CF-961E-570CCBCA4E4C}" dt="2026-01-13T14:49:54.748" v="1974" actId="20577"/>
        <pc:sldMkLst>
          <pc:docMk/>
          <pc:sldMk cId="2581965928" sldId="290"/>
        </pc:sldMkLst>
        <pc:spChg chg="mod">
          <ac:chgData name="yash thakur" userId="86dea3b3ec742fab" providerId="Windows Live" clId="Web-{2AD86326-3EAE-45CF-961E-570CCBCA4E4C}" dt="2026-01-13T14:49:54.748" v="1974" actId="20577"/>
          <ac:spMkLst>
            <pc:docMk/>
            <pc:sldMk cId="2581965928" sldId="290"/>
            <ac:spMk id="14" creationId="{C728D3D2-2CA0-DE76-0FBD-D3AD9BE6A1D7}"/>
          </ac:spMkLst>
        </pc:spChg>
      </pc:sldChg>
      <pc:sldChg chg="addSp delSp modSp">
        <pc:chgData name="yash thakur" userId="86dea3b3ec742fab" providerId="Windows Live" clId="Web-{2AD86326-3EAE-45CF-961E-570CCBCA4E4C}" dt="2026-01-13T14:51:38.392" v="1993" actId="1076"/>
        <pc:sldMkLst>
          <pc:docMk/>
          <pc:sldMk cId="2926411993" sldId="291"/>
        </pc:sldMkLst>
        <pc:spChg chg="mod">
          <ac:chgData name="yash thakur" userId="86dea3b3ec742fab" providerId="Windows Live" clId="Web-{2AD86326-3EAE-45CF-961E-570CCBCA4E4C}" dt="2026-01-13T14:43:06.407" v="1841" actId="1076"/>
          <ac:spMkLst>
            <pc:docMk/>
            <pc:sldMk cId="2926411993" sldId="291"/>
            <ac:spMk id="7" creationId="{73604C5A-144F-1400-60D3-2C0F543A8E5E}"/>
          </ac:spMkLst>
        </pc:spChg>
        <pc:spChg chg="add mod">
          <ac:chgData name="yash thakur" userId="86dea3b3ec742fab" providerId="Windows Live" clId="Web-{2AD86326-3EAE-45CF-961E-570CCBCA4E4C}" dt="2026-01-13T14:21:15.670" v="1091" actId="14100"/>
          <ac:spMkLst>
            <pc:docMk/>
            <pc:sldMk cId="2926411993" sldId="291"/>
            <ac:spMk id="9" creationId="{73614961-A5C6-B553-5951-553FF2188599}"/>
          </ac:spMkLst>
        </pc:spChg>
        <pc:grpChg chg="add mod">
          <ac:chgData name="yash thakur" userId="86dea3b3ec742fab" providerId="Windows Live" clId="Web-{2AD86326-3EAE-45CF-961E-570CCBCA4E4C}" dt="2026-01-13T14:40:26.620" v="1754" actId="14100"/>
          <ac:grpSpMkLst>
            <pc:docMk/>
            <pc:sldMk cId="2926411993" sldId="291"/>
            <ac:grpSpMk id="11" creationId="{7C5475C8-D4CC-CF65-35CC-5552A9370ED8}"/>
          </ac:grpSpMkLst>
        </pc:grpChg>
        <pc:graphicFrameChg chg="add del mod modGraphic">
          <ac:chgData name="yash thakur" userId="86dea3b3ec742fab" providerId="Windows Live" clId="Web-{2AD86326-3EAE-45CF-961E-570CCBCA4E4C}" dt="2026-01-13T14:49:16.309" v="1957"/>
          <ac:graphicFrameMkLst>
            <pc:docMk/>
            <pc:sldMk cId="2926411993" sldId="291"/>
            <ac:graphicFrameMk id="14" creationId="{8ACC6305-1827-6344-60B2-8F03ECC3AB94}"/>
          </ac:graphicFrameMkLst>
        </pc:graphicFrameChg>
        <pc:picChg chg="mod">
          <ac:chgData name="yash thakur" userId="86dea3b3ec742fab" providerId="Windows Live" clId="Web-{2AD86326-3EAE-45CF-961E-570CCBCA4E4C}" dt="2026-01-13T14:32:19.300" v="1439" actId="1076"/>
          <ac:picMkLst>
            <pc:docMk/>
            <pc:sldMk cId="2926411993" sldId="291"/>
            <ac:picMk id="2" creationId="{C51BA3E2-646D-A5D3-E499-3F7C03FD3660}"/>
          </ac:picMkLst>
        </pc:picChg>
        <pc:picChg chg="mod">
          <ac:chgData name="yash thakur" userId="86dea3b3ec742fab" providerId="Windows Live" clId="Web-{2AD86326-3EAE-45CF-961E-570CCBCA4E4C}" dt="2026-01-13T14:20:27.998" v="1087" actId="1076"/>
          <ac:picMkLst>
            <pc:docMk/>
            <pc:sldMk cId="2926411993" sldId="291"/>
            <ac:picMk id="5" creationId="{01F085DE-D5C0-8078-1121-6B50D9AE5DDE}"/>
          </ac:picMkLst>
        </pc:picChg>
        <pc:picChg chg="add mod">
          <ac:chgData name="yash thakur" userId="86dea3b3ec742fab" providerId="Windows Live" clId="Web-{2AD86326-3EAE-45CF-961E-570CCBCA4E4C}" dt="2026-01-13T14:40:57.340" v="1761" actId="1076"/>
          <ac:picMkLst>
            <pc:docMk/>
            <pc:sldMk cId="2926411993" sldId="291"/>
            <ac:picMk id="12" creationId="{5F146B91-7F24-926B-099B-45F022D9F5C9}"/>
          </ac:picMkLst>
        </pc:picChg>
        <pc:picChg chg="add mod">
          <ac:chgData name="yash thakur" userId="86dea3b3ec742fab" providerId="Windows Live" clId="Web-{2AD86326-3EAE-45CF-961E-570CCBCA4E4C}" dt="2026-01-13T14:40:55.199" v="1760" actId="1076"/>
          <ac:picMkLst>
            <pc:docMk/>
            <pc:sldMk cId="2926411993" sldId="291"/>
            <ac:picMk id="13" creationId="{4B945CA5-C0B0-E200-1382-64B3F71040CA}"/>
          </ac:picMkLst>
        </pc:picChg>
        <pc:inkChg chg="add del">
          <ac:chgData name="yash thakur" userId="86dea3b3ec742fab" providerId="Windows Live" clId="Web-{2AD86326-3EAE-45CF-961E-570CCBCA4E4C}" dt="2026-01-13T14:20:55.186" v="1089"/>
          <ac:inkMkLst>
            <pc:docMk/>
            <pc:sldMk cId="2926411993" sldId="291"/>
            <ac:inkMk id="4" creationId="{99DB65D8-B488-0E0B-69A3-F7EC26BB187E}"/>
          </ac:inkMkLst>
        </pc:inkChg>
        <pc:cxnChg chg="mod">
          <ac:chgData name="yash thakur" userId="86dea3b3ec742fab" providerId="Windows Live" clId="Web-{2AD86326-3EAE-45CF-961E-570CCBCA4E4C}" dt="2026-01-13T14:51:38.392" v="1993" actId="1076"/>
          <ac:cxnSpMkLst>
            <pc:docMk/>
            <pc:sldMk cId="2926411993" sldId="291"/>
            <ac:cxnSpMk id="19" creationId="{F527EC90-F8F4-D160-D5E1-FD327A9A26B5}"/>
          </ac:cxnSpMkLst>
        </pc:cxnChg>
      </pc:sldChg>
      <pc:sldChg chg="addSp delSp modSp new">
        <pc:chgData name="yash thakur" userId="86dea3b3ec742fab" providerId="Windows Live" clId="Web-{2AD86326-3EAE-45CF-961E-570CCBCA4E4C}" dt="2026-01-13T13:55:19.013" v="823" actId="20577"/>
        <pc:sldMkLst>
          <pc:docMk/>
          <pc:sldMk cId="858117912" sldId="292"/>
        </pc:sldMkLst>
        <pc:spChg chg="del">
          <ac:chgData name="yash thakur" userId="86dea3b3ec742fab" providerId="Windows Live" clId="Web-{2AD86326-3EAE-45CF-961E-570CCBCA4E4C}" dt="2026-01-13T12:38:10.578" v="49"/>
          <ac:spMkLst>
            <pc:docMk/>
            <pc:sldMk cId="858117912" sldId="292"/>
            <ac:spMk id="2" creationId="{32FBA7FA-D554-2737-123D-09D6F171D9C6}"/>
          </ac:spMkLst>
        </pc:spChg>
        <pc:spChg chg="del">
          <ac:chgData name="yash thakur" userId="86dea3b3ec742fab" providerId="Windows Live" clId="Web-{2AD86326-3EAE-45CF-961E-570CCBCA4E4C}" dt="2026-01-13T12:38:10.578" v="48"/>
          <ac:spMkLst>
            <pc:docMk/>
            <pc:sldMk cId="858117912" sldId="292"/>
            <ac:spMk id="3" creationId="{E81BAFC8-C411-DBCF-461B-0C087C830AFA}"/>
          </ac:spMkLst>
        </pc:spChg>
        <pc:spChg chg="add mod">
          <ac:chgData name="yash thakur" userId="86dea3b3ec742fab" providerId="Windows Live" clId="Web-{2AD86326-3EAE-45CF-961E-570CCBCA4E4C}" dt="2026-01-13T12:38:35.283" v="64" actId="20577"/>
          <ac:spMkLst>
            <pc:docMk/>
            <pc:sldMk cId="858117912" sldId="292"/>
            <ac:spMk id="5" creationId="{753BCF46-AC64-909A-DA6F-CA4134D8CB73}"/>
          </ac:spMkLst>
        </pc:spChg>
        <pc:spChg chg="add mod">
          <ac:chgData name="yash thakur" userId="86dea3b3ec742fab" providerId="Windows Live" clId="Web-{2AD86326-3EAE-45CF-961E-570CCBCA4E4C}" dt="2026-01-13T13:55:19.013" v="823" actId="20577"/>
          <ac:spMkLst>
            <pc:docMk/>
            <pc:sldMk cId="858117912" sldId="292"/>
            <ac:spMk id="7" creationId="{FA370AF2-E41D-B370-4820-B33C9F3D5E35}"/>
          </ac:spMkLst>
        </pc:spChg>
        <pc:picChg chg="add del mod">
          <ac:chgData name="yash thakur" userId="86dea3b3ec742fab" providerId="Windows Live" clId="Web-{2AD86326-3EAE-45CF-961E-570CCBCA4E4C}" dt="2026-01-13T12:42:19.311" v="106"/>
          <ac:picMkLst>
            <pc:docMk/>
            <pc:sldMk cId="858117912" sldId="292"/>
            <ac:picMk id="11" creationId="{4825FFB5-BFCF-B4DF-CCA0-6F6334F95B50}"/>
          </ac:picMkLst>
        </pc:picChg>
        <pc:picChg chg="add">
          <ac:chgData name="yash thakur" userId="86dea3b3ec742fab" providerId="Windows Live" clId="Web-{2AD86326-3EAE-45CF-961E-570CCBCA4E4C}" dt="2026-01-13T12:42:20.608" v="107"/>
          <ac:picMkLst>
            <pc:docMk/>
            <pc:sldMk cId="858117912" sldId="292"/>
            <ac:picMk id="13" creationId="{C592F5B6-4264-7D5E-3ED9-D9C81904D662}"/>
          </ac:picMkLst>
        </pc:picChg>
        <pc:cxnChg chg="add">
          <ac:chgData name="yash thakur" userId="86dea3b3ec742fab" providerId="Windows Live" clId="Web-{2AD86326-3EAE-45CF-961E-570CCBCA4E4C}" dt="2026-01-13T12:38:20.703" v="52"/>
          <ac:cxnSpMkLst>
            <pc:docMk/>
            <pc:sldMk cId="858117912" sldId="292"/>
            <ac:cxnSpMk id="9" creationId="{49482CE5-2C77-48D4-0E54-5D6CD1AB7FB9}"/>
          </ac:cxnSpMkLst>
        </pc:cxnChg>
      </pc:sldChg>
      <pc:sldChg chg="addSp delSp modSp new">
        <pc:chgData name="yash thakur" userId="86dea3b3ec742fab" providerId="Windows Live" clId="Web-{2AD86326-3EAE-45CF-961E-570CCBCA4E4C}" dt="2026-01-13T13:46:05.264" v="682"/>
        <pc:sldMkLst>
          <pc:docMk/>
          <pc:sldMk cId="762277902" sldId="293"/>
        </pc:sldMkLst>
        <pc:spChg chg="del">
          <ac:chgData name="yash thakur" userId="86dea3b3ec742fab" providerId="Windows Live" clId="Web-{2AD86326-3EAE-45CF-961E-570CCBCA4E4C}" dt="2026-01-13T12:46:14.507" v="136"/>
          <ac:spMkLst>
            <pc:docMk/>
            <pc:sldMk cId="762277902" sldId="293"/>
            <ac:spMk id="2" creationId="{E2861508-D018-7C4B-E974-9C97E84BD2D6}"/>
          </ac:spMkLst>
        </pc:spChg>
        <pc:spChg chg="del">
          <ac:chgData name="yash thakur" userId="86dea3b3ec742fab" providerId="Windows Live" clId="Web-{2AD86326-3EAE-45CF-961E-570CCBCA4E4C}" dt="2026-01-13T12:46:14.507" v="135"/>
          <ac:spMkLst>
            <pc:docMk/>
            <pc:sldMk cId="762277902" sldId="293"/>
            <ac:spMk id="3" creationId="{762E08C0-BE8F-533E-D347-07D9FB2CB7CB}"/>
          </ac:spMkLst>
        </pc:spChg>
        <pc:spChg chg="del">
          <ac:chgData name="yash thakur" userId="86dea3b3ec742fab" providerId="Windows Live" clId="Web-{2AD86326-3EAE-45CF-961E-570CCBCA4E4C}" dt="2026-01-13T12:46:14.507" v="134"/>
          <ac:spMkLst>
            <pc:docMk/>
            <pc:sldMk cId="762277902" sldId="293"/>
            <ac:spMk id="4" creationId="{A09F29AB-CB98-C7C8-0C96-FDC9A49D66BD}"/>
          </ac:spMkLst>
        </pc:spChg>
        <pc:spChg chg="add del mod">
          <ac:chgData name="yash thakur" userId="86dea3b3ec742fab" providerId="Windows Live" clId="Web-{2AD86326-3EAE-45CF-961E-570CCBCA4E4C}" dt="2026-01-13T13:45:03.542" v="669"/>
          <ac:spMkLst>
            <pc:docMk/>
            <pc:sldMk cId="762277902" sldId="293"/>
            <ac:spMk id="6" creationId="{004E0EB5-6E8E-35FD-27C3-F46EC31FAB0B}"/>
          </ac:spMkLst>
        </pc:spChg>
        <pc:spChg chg="mod">
          <ac:chgData name="yash thakur" userId="86dea3b3ec742fab" providerId="Windows Live" clId="Web-{2AD86326-3EAE-45CF-961E-570CCBCA4E4C}" dt="2026-01-13T12:49:08.151" v="206" actId="14100"/>
          <ac:spMkLst>
            <pc:docMk/>
            <pc:sldMk cId="762277902" sldId="293"/>
            <ac:spMk id="10" creationId="{37FB5626-D5AC-4E6F-34BD-83360C59EB45}"/>
          </ac:spMkLst>
        </pc:spChg>
        <pc:spChg chg="mod">
          <ac:chgData name="yash thakur" userId="86dea3b3ec742fab" providerId="Windows Live" clId="Web-{2AD86326-3EAE-45CF-961E-570CCBCA4E4C}" dt="2026-01-13T12:49:00.229" v="204" actId="14100"/>
          <ac:spMkLst>
            <pc:docMk/>
            <pc:sldMk cId="762277902" sldId="293"/>
            <ac:spMk id="14" creationId="{FE5EFD50-2F7E-E146-FF0A-392318EEB4FC}"/>
          </ac:spMkLst>
        </pc:spChg>
        <pc:spChg chg="mod">
          <ac:chgData name="yash thakur" userId="86dea3b3ec742fab" providerId="Windows Live" clId="Web-{2AD86326-3EAE-45CF-961E-570CCBCA4E4C}" dt="2026-01-13T13:32:35.848" v="606"/>
          <ac:spMkLst>
            <pc:docMk/>
            <pc:sldMk cId="762277902" sldId="293"/>
            <ac:spMk id="18" creationId="{44EA44AD-E8E7-200A-2729-3B3EDCD4F3C9}"/>
          </ac:spMkLst>
        </pc:spChg>
        <pc:spChg chg="mod">
          <ac:chgData name="yash thakur" userId="86dea3b3ec742fab" providerId="Windows Live" clId="Web-{2AD86326-3EAE-45CF-961E-570CCBCA4E4C}" dt="2026-01-13T12:48:50.010" v="201" actId="14100"/>
          <ac:spMkLst>
            <pc:docMk/>
            <pc:sldMk cId="762277902" sldId="293"/>
            <ac:spMk id="22" creationId="{C223C67D-288D-2E1E-1CB8-DB520D50B860}"/>
          </ac:spMkLst>
        </pc:spChg>
        <pc:spChg chg="mod">
          <ac:chgData name="yash thakur" userId="86dea3b3ec742fab" providerId="Windows Live" clId="Web-{2AD86326-3EAE-45CF-961E-570CCBCA4E4C}" dt="2026-01-13T13:32:34.864" v="605"/>
          <ac:spMkLst>
            <pc:docMk/>
            <pc:sldMk cId="762277902" sldId="293"/>
            <ac:spMk id="27" creationId="{5BAC3779-9373-F356-E23F-7040FF704064}"/>
          </ac:spMkLst>
        </pc:spChg>
        <pc:spChg chg="add mod">
          <ac:chgData name="yash thakur" userId="86dea3b3ec742fab" providerId="Windows Live" clId="Web-{2AD86326-3EAE-45CF-961E-570CCBCA4E4C}" dt="2026-01-13T13:45:24.621" v="675"/>
          <ac:spMkLst>
            <pc:docMk/>
            <pc:sldMk cId="762277902" sldId="293"/>
            <ac:spMk id="45" creationId="{8347B1FC-FB18-A100-73E3-5994F827EAB1}"/>
          </ac:spMkLst>
        </pc:spChg>
        <pc:spChg chg="add mod">
          <ac:chgData name="yash thakur" userId="86dea3b3ec742fab" providerId="Windows Live" clId="Web-{2AD86326-3EAE-45CF-961E-570CCBCA4E4C}" dt="2026-01-13T13:45:29.231" v="676"/>
          <ac:spMkLst>
            <pc:docMk/>
            <pc:sldMk cId="762277902" sldId="293"/>
            <ac:spMk id="46" creationId="{189DCC7A-EE0E-B2D7-FB45-9DA3F4A4BD35}"/>
          </ac:spMkLst>
        </pc:spChg>
        <pc:spChg chg="add mod">
          <ac:chgData name="yash thakur" userId="86dea3b3ec742fab" providerId="Windows Live" clId="Web-{2AD86326-3EAE-45CF-961E-570CCBCA4E4C}" dt="2026-01-13T13:45:10.589" v="672"/>
          <ac:spMkLst>
            <pc:docMk/>
            <pc:sldMk cId="762277902" sldId="293"/>
            <ac:spMk id="47" creationId="{7E6AFE7F-261D-0C36-CE87-84567D1E04B6}"/>
          </ac:spMkLst>
        </pc:spChg>
        <pc:spChg chg="add mod">
          <ac:chgData name="yash thakur" userId="86dea3b3ec742fab" providerId="Windows Live" clId="Web-{2AD86326-3EAE-45CF-961E-570CCBCA4E4C}" dt="2026-01-13T13:45:37.747" v="678"/>
          <ac:spMkLst>
            <pc:docMk/>
            <pc:sldMk cId="762277902" sldId="293"/>
            <ac:spMk id="48" creationId="{D311ED80-147F-552C-FB13-36FAEDDCC5B5}"/>
          </ac:spMkLst>
        </pc:spChg>
        <pc:spChg chg="add mod">
          <ac:chgData name="yash thakur" userId="86dea3b3ec742fab" providerId="Windows Live" clId="Web-{2AD86326-3EAE-45CF-961E-570CCBCA4E4C}" dt="2026-01-13T13:45:15.355" v="673"/>
          <ac:spMkLst>
            <pc:docMk/>
            <pc:sldMk cId="762277902" sldId="293"/>
            <ac:spMk id="51" creationId="{F9F70648-9A42-B79D-E4A2-0A1622277F30}"/>
          </ac:spMkLst>
        </pc:spChg>
        <pc:spChg chg="add mod">
          <ac:chgData name="yash thakur" userId="86dea3b3ec742fab" providerId="Windows Live" clId="Web-{2AD86326-3EAE-45CF-961E-570CCBCA4E4C}" dt="2026-01-13T13:45:34.028" v="677"/>
          <ac:spMkLst>
            <pc:docMk/>
            <pc:sldMk cId="762277902" sldId="293"/>
            <ac:spMk id="54" creationId="{479EDFE8-6FE7-5619-6B50-0701DC92E823}"/>
          </ac:spMkLst>
        </pc:spChg>
        <pc:spChg chg="add mod">
          <ac:chgData name="yash thakur" userId="86dea3b3ec742fab" providerId="Windows Live" clId="Web-{2AD86326-3EAE-45CF-961E-570CCBCA4E4C}" dt="2026-01-13T13:45:20.621" v="674"/>
          <ac:spMkLst>
            <pc:docMk/>
            <pc:sldMk cId="762277902" sldId="293"/>
            <ac:spMk id="55" creationId="{7422AE9A-26C3-FEF1-1940-B59079CB7447}"/>
          </ac:spMkLst>
        </pc:spChg>
        <pc:spChg chg="add">
          <ac:chgData name="yash thakur" userId="86dea3b3ec742fab" providerId="Windows Live" clId="Web-{2AD86326-3EAE-45CF-961E-570CCBCA4E4C}" dt="2026-01-13T13:45:04.386" v="670"/>
          <ac:spMkLst>
            <pc:docMk/>
            <pc:sldMk cId="762277902" sldId="293"/>
            <ac:spMk id="57" creationId="{58EA272A-5731-5804-60A3-0CE43545D7BE}"/>
          </ac:spMkLst>
        </pc:spChg>
        <pc:grpChg chg="add mod">
          <ac:chgData name="yash thakur" userId="86dea3b3ec742fab" providerId="Windows Live" clId="Web-{2AD86326-3EAE-45CF-961E-570CCBCA4E4C}" dt="2026-01-13T12:57:40.756" v="250" actId="1076"/>
          <ac:grpSpMkLst>
            <pc:docMk/>
            <pc:sldMk cId="762277902" sldId="293"/>
            <ac:grpSpMk id="12" creationId="{2DCF6EF3-1946-60BC-A256-DCCF885F9871}"/>
          </ac:grpSpMkLst>
        </pc:grpChg>
        <pc:grpChg chg="add mod">
          <ac:chgData name="yash thakur" userId="86dea3b3ec742fab" providerId="Windows Live" clId="Web-{2AD86326-3EAE-45CF-961E-570CCBCA4E4C}" dt="2026-01-13T12:58:57.150" v="258" actId="1076"/>
          <ac:grpSpMkLst>
            <pc:docMk/>
            <pc:sldMk cId="762277902" sldId="293"/>
            <ac:grpSpMk id="16" creationId="{0B8F894B-3379-B42B-2F0F-34AC75A45865}"/>
          </ac:grpSpMkLst>
        </pc:grpChg>
        <pc:grpChg chg="add mod">
          <ac:chgData name="yash thakur" userId="86dea3b3ec742fab" providerId="Windows Live" clId="Web-{2AD86326-3EAE-45CF-961E-570CCBCA4E4C}" dt="2026-01-13T12:54:57.338" v="241" actId="1076"/>
          <ac:grpSpMkLst>
            <pc:docMk/>
            <pc:sldMk cId="762277902" sldId="293"/>
            <ac:grpSpMk id="20" creationId="{0517A529-5571-B97A-B28D-7E8106E71329}"/>
          </ac:grpSpMkLst>
        </pc:grpChg>
        <pc:grpChg chg="add mod">
          <ac:chgData name="yash thakur" userId="86dea3b3ec742fab" providerId="Windows Live" clId="Web-{2AD86326-3EAE-45CF-961E-570CCBCA4E4C}" dt="2026-01-13T12:59:32.386" v="263" actId="1076"/>
          <ac:grpSpMkLst>
            <pc:docMk/>
            <pc:sldMk cId="762277902" sldId="293"/>
            <ac:grpSpMk id="24" creationId="{EFFF7D5D-1DA4-1113-718B-85F3A3D671E0}"/>
          </ac:grpSpMkLst>
        </pc:grpChg>
        <pc:grpChg chg="add mod">
          <ac:chgData name="yash thakur" userId="86dea3b3ec742fab" providerId="Windows Live" clId="Web-{2AD86326-3EAE-45CF-961E-570CCBCA4E4C}" dt="2026-01-13T13:32:33.785" v="604" actId="1076"/>
          <ac:grpSpMkLst>
            <pc:docMk/>
            <pc:sldMk cId="762277902" sldId="293"/>
            <ac:grpSpMk id="28" creationId="{FDAD2081-9D51-4AAB-D5E1-395FEFCE26E5}"/>
          </ac:grpSpMkLst>
        </pc:grpChg>
        <pc:grpChg chg="add del mod">
          <ac:chgData name="yash thakur" userId="86dea3b3ec742fab" providerId="Windows Live" clId="Web-{2AD86326-3EAE-45CF-961E-570CCBCA4E4C}" dt="2026-01-13T13:17:02.087" v="491"/>
          <ac:grpSpMkLst>
            <pc:docMk/>
            <pc:sldMk cId="762277902" sldId="293"/>
            <ac:grpSpMk id="44" creationId="{47B61F11-DEEB-D0DE-3E93-90FB0010BE23}"/>
          </ac:grpSpMkLst>
        </pc:grpChg>
        <pc:picChg chg="add">
          <ac:chgData name="yash thakur" userId="86dea3b3ec742fab" providerId="Windows Live" clId="Web-{2AD86326-3EAE-45CF-961E-570CCBCA4E4C}" dt="2026-01-13T12:46:25.882" v="144"/>
          <ac:picMkLst>
            <pc:docMk/>
            <pc:sldMk cId="762277902" sldId="293"/>
            <ac:picMk id="30" creationId="{08DE5326-A42B-3042-9F2A-B6B7681EE557}"/>
          </ac:picMkLst>
        </pc:picChg>
        <pc:cxnChg chg="add del">
          <ac:chgData name="yash thakur" userId="86dea3b3ec742fab" providerId="Windows Live" clId="Web-{2AD86326-3EAE-45CF-961E-570CCBCA4E4C}" dt="2026-01-13T13:45:03.542" v="668"/>
          <ac:cxnSpMkLst>
            <pc:docMk/>
            <pc:sldMk cId="762277902" sldId="293"/>
            <ac:cxnSpMk id="8" creationId="{77DB5FB4-C975-3C96-4987-E2F28D172A9E}"/>
          </ac:cxnSpMkLst>
        </pc:cxnChg>
        <pc:cxnChg chg="add mod topLvl">
          <ac:chgData name="yash thakur" userId="86dea3b3ec742fab" providerId="Windows Live" clId="Web-{2AD86326-3EAE-45CF-961E-570CCBCA4E4C}" dt="2026-01-13T13:17:27.790" v="495" actId="14100"/>
          <ac:cxnSpMkLst>
            <pc:docMk/>
            <pc:sldMk cId="762277902" sldId="293"/>
            <ac:cxnSpMk id="31" creationId="{4CCE0983-C44D-070C-081D-B6DDC6E86283}"/>
          </ac:cxnSpMkLst>
        </pc:cxnChg>
        <pc:cxnChg chg="add mod">
          <ac:chgData name="yash thakur" userId="86dea3b3ec742fab" providerId="Windows Live" clId="Web-{2AD86326-3EAE-45CF-961E-570CCBCA4E4C}" dt="2026-01-13T13:01:33.172" v="280"/>
          <ac:cxnSpMkLst>
            <pc:docMk/>
            <pc:sldMk cId="762277902" sldId="293"/>
            <ac:cxnSpMk id="32" creationId="{DDEA498B-A961-9770-B01F-5BB8639D86C5}"/>
          </ac:cxnSpMkLst>
        </pc:cxnChg>
        <pc:cxnChg chg="add del mod">
          <ac:chgData name="yash thakur" userId="86dea3b3ec742fab" providerId="Windows Live" clId="Web-{2AD86326-3EAE-45CF-961E-570CCBCA4E4C}" dt="2026-01-13T12:52:59.655" v="223"/>
          <ac:cxnSpMkLst>
            <pc:docMk/>
            <pc:sldMk cId="762277902" sldId="293"/>
            <ac:cxnSpMk id="33" creationId="{454082E2-C365-34BE-9884-7238FE6B058D}"/>
          </ac:cxnSpMkLst>
        </pc:cxnChg>
        <pc:cxnChg chg="add del">
          <ac:chgData name="yash thakur" userId="86dea3b3ec742fab" providerId="Windows Live" clId="Web-{2AD86326-3EAE-45CF-961E-570CCBCA4E4C}" dt="2026-01-13T12:53:21.956" v="225"/>
          <ac:cxnSpMkLst>
            <pc:docMk/>
            <pc:sldMk cId="762277902" sldId="293"/>
            <ac:cxnSpMk id="34" creationId="{312DC436-0BA7-21E4-18C8-FED9B45DCBA4}"/>
          </ac:cxnSpMkLst>
        </pc:cxnChg>
        <pc:cxnChg chg="add mod">
          <ac:chgData name="yash thakur" userId="86dea3b3ec742fab" providerId="Windows Live" clId="Web-{2AD86326-3EAE-45CF-961E-570CCBCA4E4C}" dt="2026-01-13T13:01:26.750" v="279"/>
          <ac:cxnSpMkLst>
            <pc:docMk/>
            <pc:sldMk cId="762277902" sldId="293"/>
            <ac:cxnSpMk id="35" creationId="{68DA6741-BC86-D254-F7B7-49BAC918435B}"/>
          </ac:cxnSpMkLst>
        </pc:cxnChg>
        <pc:cxnChg chg="add mod">
          <ac:chgData name="yash thakur" userId="86dea3b3ec742fab" providerId="Windows Live" clId="Web-{2AD86326-3EAE-45CF-961E-570CCBCA4E4C}" dt="2026-01-13T13:00:07.434" v="267" actId="14100"/>
          <ac:cxnSpMkLst>
            <pc:docMk/>
            <pc:sldMk cId="762277902" sldId="293"/>
            <ac:cxnSpMk id="36" creationId="{F9CF0A18-F337-3FC3-9C88-D0F72EE5F464}"/>
          </ac:cxnSpMkLst>
        </pc:cxnChg>
        <pc:cxnChg chg="add mod">
          <ac:chgData name="yash thakur" userId="86dea3b3ec742fab" providerId="Windows Live" clId="Web-{2AD86326-3EAE-45CF-961E-570CCBCA4E4C}" dt="2026-01-13T13:23:40.136" v="570" actId="14100"/>
          <ac:cxnSpMkLst>
            <pc:docMk/>
            <pc:sldMk cId="762277902" sldId="293"/>
            <ac:cxnSpMk id="37" creationId="{38FB16AE-8D51-CFB4-2CF4-5BE24C2661FA}"/>
          </ac:cxnSpMkLst>
        </pc:cxnChg>
        <pc:cxnChg chg="add del">
          <ac:chgData name="yash thakur" userId="86dea3b3ec742fab" providerId="Windows Live" clId="Web-{2AD86326-3EAE-45CF-961E-570CCBCA4E4C}" dt="2026-01-13T13:01:03.655" v="273"/>
          <ac:cxnSpMkLst>
            <pc:docMk/>
            <pc:sldMk cId="762277902" sldId="293"/>
            <ac:cxnSpMk id="38" creationId="{14814334-E970-3512-4B85-7F7A9B550F06}"/>
          </ac:cxnSpMkLst>
        </pc:cxnChg>
        <pc:cxnChg chg="add mod">
          <ac:chgData name="yash thakur" userId="86dea3b3ec742fab" providerId="Windows Live" clId="Web-{2AD86326-3EAE-45CF-961E-570CCBCA4E4C}" dt="2026-01-13T13:01:16.765" v="277"/>
          <ac:cxnSpMkLst>
            <pc:docMk/>
            <pc:sldMk cId="762277902" sldId="293"/>
            <ac:cxnSpMk id="39" creationId="{01F52878-2E15-EF19-E2F6-8BD31DD2DB69}"/>
          </ac:cxnSpMkLst>
        </pc:cxnChg>
        <pc:cxnChg chg="add del mod">
          <ac:chgData name="yash thakur" userId="86dea3b3ec742fab" providerId="Windows Live" clId="Web-{2AD86326-3EAE-45CF-961E-570CCBCA4E4C}" dt="2026-01-13T13:05:10.349" v="297"/>
          <ac:cxnSpMkLst>
            <pc:docMk/>
            <pc:sldMk cId="762277902" sldId="293"/>
            <ac:cxnSpMk id="40" creationId="{0441B648-52EC-6AFA-6FBB-7842BD1D337E}"/>
          </ac:cxnSpMkLst>
        </pc:cxnChg>
        <pc:cxnChg chg="add del mod">
          <ac:chgData name="yash thakur" userId="86dea3b3ec742fab" providerId="Windows Live" clId="Web-{2AD86326-3EAE-45CF-961E-570CCBCA4E4C}" dt="2026-01-13T13:05:01.114" v="295"/>
          <ac:cxnSpMkLst>
            <pc:docMk/>
            <pc:sldMk cId="762277902" sldId="293"/>
            <ac:cxnSpMk id="41" creationId="{FB292842-B59B-1E32-CD41-B034177BA2DC}"/>
          </ac:cxnSpMkLst>
        </pc:cxnChg>
        <pc:cxnChg chg="add del mod">
          <ac:chgData name="yash thakur" userId="86dea3b3ec742fab" providerId="Windows Live" clId="Web-{2AD86326-3EAE-45CF-961E-570CCBCA4E4C}" dt="2026-01-13T13:07:03.335" v="313"/>
          <ac:cxnSpMkLst>
            <pc:docMk/>
            <pc:sldMk cId="762277902" sldId="293"/>
            <ac:cxnSpMk id="42" creationId="{49A641B4-8416-1CB8-D654-0C3BF9F257AA}"/>
          </ac:cxnSpMkLst>
        </pc:cxnChg>
        <pc:cxnChg chg="add del mod topLvl">
          <ac:chgData name="yash thakur" userId="86dea3b3ec742fab" providerId="Windows Live" clId="Web-{2AD86326-3EAE-45CF-961E-570CCBCA4E4C}" dt="2026-01-13T13:17:09.665" v="492"/>
          <ac:cxnSpMkLst>
            <pc:docMk/>
            <pc:sldMk cId="762277902" sldId="293"/>
            <ac:cxnSpMk id="43" creationId="{2F66F327-6738-EF3C-F008-29FF9FD9B314}"/>
          </ac:cxnSpMkLst>
        </pc:cxnChg>
        <pc:cxnChg chg="add mod">
          <ac:chgData name="yash thakur" userId="86dea3b3ec742fab" providerId="Windows Live" clId="Web-{2AD86326-3EAE-45CF-961E-570CCBCA4E4C}" dt="2026-01-13T13:45:58.389" v="681"/>
          <ac:cxnSpMkLst>
            <pc:docMk/>
            <pc:sldMk cId="762277902" sldId="293"/>
            <ac:cxnSpMk id="49" creationId="{7FAAF901-DD07-7AEB-84A8-6601828BB73F}"/>
          </ac:cxnSpMkLst>
        </pc:cxnChg>
        <pc:cxnChg chg="add mod">
          <ac:chgData name="yash thakur" userId="86dea3b3ec742fab" providerId="Windows Live" clId="Web-{2AD86326-3EAE-45CF-961E-570CCBCA4E4C}" dt="2026-01-13T13:45:45.826" v="679"/>
          <ac:cxnSpMkLst>
            <pc:docMk/>
            <pc:sldMk cId="762277902" sldId="293"/>
            <ac:cxnSpMk id="50" creationId="{6104B648-9E26-F7E3-5042-2840310CDF55}"/>
          </ac:cxnSpMkLst>
        </pc:cxnChg>
        <pc:cxnChg chg="add mod">
          <ac:chgData name="yash thakur" userId="86dea3b3ec742fab" providerId="Windows Live" clId="Web-{2AD86326-3EAE-45CF-961E-570CCBCA4E4C}" dt="2026-01-13T13:46:05.264" v="682"/>
          <ac:cxnSpMkLst>
            <pc:docMk/>
            <pc:sldMk cId="762277902" sldId="293"/>
            <ac:cxnSpMk id="52" creationId="{11C067ED-6D78-A9DF-FD09-6121091FD6DB}"/>
          </ac:cxnSpMkLst>
        </pc:cxnChg>
        <pc:cxnChg chg="add mod">
          <ac:chgData name="yash thakur" userId="86dea3b3ec742fab" providerId="Windows Live" clId="Web-{2AD86326-3EAE-45CF-961E-570CCBCA4E4C}" dt="2026-01-13T13:45:52.576" v="680"/>
          <ac:cxnSpMkLst>
            <pc:docMk/>
            <pc:sldMk cId="762277902" sldId="293"/>
            <ac:cxnSpMk id="53" creationId="{A6B1F0C5-FED1-4626-D72A-AC7F8583AD86}"/>
          </ac:cxnSpMkLst>
        </pc:cxnChg>
        <pc:cxnChg chg="add">
          <ac:chgData name="yash thakur" userId="86dea3b3ec742fab" providerId="Windows Live" clId="Web-{2AD86326-3EAE-45CF-961E-570CCBCA4E4C}" dt="2026-01-13T13:45:04.401" v="671"/>
          <ac:cxnSpMkLst>
            <pc:docMk/>
            <pc:sldMk cId="762277902" sldId="293"/>
            <ac:cxnSpMk id="59" creationId="{4671B0B1-FE67-C9B0-7BD8-E07D2CE8FCA5}"/>
          </ac:cxnSpMkLst>
        </pc:cxnChg>
      </pc:sldChg>
      <pc:sldChg chg="addSp delSp modSp add replId">
        <pc:chgData name="yash thakur" userId="86dea3b3ec742fab" providerId="Windows Live" clId="Web-{2AD86326-3EAE-45CF-961E-570CCBCA4E4C}" dt="2026-01-13T15:23:30.509" v="2144" actId="1076"/>
        <pc:sldMkLst>
          <pc:docMk/>
          <pc:sldMk cId="4057001463" sldId="294"/>
        </pc:sldMkLst>
        <pc:spChg chg="mod">
          <ac:chgData name="yash thakur" userId="86dea3b3ec742fab" providerId="Windows Live" clId="Web-{2AD86326-3EAE-45CF-961E-570CCBCA4E4C}" dt="2026-01-13T13:42:12.544" v="659" actId="1076"/>
          <ac:spMkLst>
            <pc:docMk/>
            <pc:sldMk cId="4057001463" sldId="294"/>
            <ac:spMk id="6" creationId="{A7C8E5CE-1586-EA64-E34A-5C42A5A32453}"/>
          </ac:spMkLst>
        </pc:spChg>
        <pc:spChg chg="mod topLvl">
          <ac:chgData name="yash thakur" userId="86dea3b3ec742fab" providerId="Windows Live" clId="Web-{2AD86326-3EAE-45CF-961E-570CCBCA4E4C}" dt="2026-01-13T13:48:52.382" v="695" actId="1076"/>
          <ac:spMkLst>
            <pc:docMk/>
            <pc:sldMk cId="4057001463" sldId="294"/>
            <ac:spMk id="10" creationId="{D1EC3B51-EE8E-2A5B-8280-EF8B02E33CCE}"/>
          </ac:spMkLst>
        </pc:spChg>
        <pc:spChg chg="mod topLvl">
          <ac:chgData name="yash thakur" userId="86dea3b3ec742fab" providerId="Windows Live" clId="Web-{2AD86326-3EAE-45CF-961E-570CCBCA4E4C}" dt="2026-01-13T13:37:17.025" v="643" actId="1076"/>
          <ac:spMkLst>
            <pc:docMk/>
            <pc:sldMk cId="4057001463" sldId="294"/>
            <ac:spMk id="14" creationId="{76880B4E-AB28-89BF-E999-D00168B12794}"/>
          </ac:spMkLst>
        </pc:spChg>
        <pc:spChg chg="mod topLvl">
          <ac:chgData name="yash thakur" userId="86dea3b3ec742fab" providerId="Windows Live" clId="Web-{2AD86326-3EAE-45CF-961E-570CCBCA4E4C}" dt="2026-01-13T13:48:28.224" v="692" actId="1076"/>
          <ac:spMkLst>
            <pc:docMk/>
            <pc:sldMk cId="4057001463" sldId="294"/>
            <ac:spMk id="18" creationId="{F6C21D18-26F3-FD81-0E3A-9614A0AA9ABE}"/>
          </ac:spMkLst>
        </pc:spChg>
        <pc:spChg chg="mod topLvl">
          <ac:chgData name="yash thakur" userId="86dea3b3ec742fab" providerId="Windows Live" clId="Web-{2AD86326-3EAE-45CF-961E-570CCBCA4E4C}" dt="2026-01-13T14:55:08.521" v="1999"/>
          <ac:spMkLst>
            <pc:docMk/>
            <pc:sldMk cId="4057001463" sldId="294"/>
            <ac:spMk id="22" creationId="{1D3F101F-6005-E327-3FA0-30A3D023B55B}"/>
          </ac:spMkLst>
        </pc:spChg>
        <pc:spChg chg="mod">
          <ac:chgData name="yash thakur" userId="86dea3b3ec742fab" providerId="Windows Live" clId="Web-{2AD86326-3EAE-45CF-961E-570CCBCA4E4C}" dt="2026-01-13T13:33:03.942" v="609"/>
          <ac:spMkLst>
            <pc:docMk/>
            <pc:sldMk cId="4057001463" sldId="294"/>
            <ac:spMk id="27" creationId="{1F799B32-13E7-D24E-E3B2-92321106DC4C}"/>
          </ac:spMkLst>
        </pc:spChg>
        <pc:spChg chg="mod">
          <ac:chgData name="yash thakur" userId="86dea3b3ec742fab" providerId="Windows Live" clId="Web-{2AD86326-3EAE-45CF-961E-570CCBCA4E4C}" dt="2026-01-13T15:19:10.918" v="2139" actId="1076"/>
          <ac:spMkLst>
            <pc:docMk/>
            <pc:sldMk cId="4057001463" sldId="294"/>
            <ac:spMk id="45" creationId="{DAFD637A-50D1-F48C-FD59-8A9983DD5B12}"/>
          </ac:spMkLst>
        </pc:spChg>
        <pc:spChg chg="mod">
          <ac:chgData name="yash thakur" userId="86dea3b3ec742fab" providerId="Windows Live" clId="Web-{2AD86326-3EAE-45CF-961E-570CCBCA4E4C}" dt="2026-01-13T15:17:45.994" v="2133" actId="1076"/>
          <ac:spMkLst>
            <pc:docMk/>
            <pc:sldMk cId="4057001463" sldId="294"/>
            <ac:spMk id="46" creationId="{B629F8BE-4E6F-8F3C-66FD-1487101648DD}"/>
          </ac:spMkLst>
        </pc:spChg>
        <pc:spChg chg="mod">
          <ac:chgData name="yash thakur" userId="86dea3b3ec742fab" providerId="Windows Live" clId="Web-{2AD86326-3EAE-45CF-961E-570CCBCA4E4C}" dt="2026-01-13T15:23:30.509" v="2144" actId="1076"/>
          <ac:spMkLst>
            <pc:docMk/>
            <pc:sldMk cId="4057001463" sldId="294"/>
            <ac:spMk id="47" creationId="{B6C965FE-5DB2-F44A-66DD-88294A513799}"/>
          </ac:spMkLst>
        </pc:spChg>
        <pc:spChg chg="mod">
          <ac:chgData name="yash thakur" userId="86dea3b3ec742fab" providerId="Windows Live" clId="Web-{2AD86326-3EAE-45CF-961E-570CCBCA4E4C}" dt="2026-01-13T15:03:27.045" v="2064" actId="1076"/>
          <ac:spMkLst>
            <pc:docMk/>
            <pc:sldMk cId="4057001463" sldId="294"/>
            <ac:spMk id="48" creationId="{64B9E16A-95C1-5C71-78C1-2BE3C82F903B}"/>
          </ac:spMkLst>
        </pc:spChg>
        <pc:spChg chg="mod">
          <ac:chgData name="yash thakur" userId="86dea3b3ec742fab" providerId="Windows Live" clId="Web-{2AD86326-3EAE-45CF-961E-570CCBCA4E4C}" dt="2026-01-13T15:14:54.255" v="2123" actId="1076"/>
          <ac:spMkLst>
            <pc:docMk/>
            <pc:sldMk cId="4057001463" sldId="294"/>
            <ac:spMk id="51" creationId="{34AA952E-1598-F45B-E8C7-6FBDEB155960}"/>
          </ac:spMkLst>
        </pc:spChg>
        <pc:spChg chg="mod">
          <ac:chgData name="yash thakur" userId="86dea3b3ec742fab" providerId="Windows Live" clId="Web-{2AD86326-3EAE-45CF-961E-570CCBCA4E4C}" dt="2026-01-13T15:05:16.668" v="2080" actId="1076"/>
          <ac:spMkLst>
            <pc:docMk/>
            <pc:sldMk cId="4057001463" sldId="294"/>
            <ac:spMk id="54" creationId="{89340406-77F1-D9FB-5027-A03B852EC8EE}"/>
          </ac:spMkLst>
        </pc:spChg>
        <pc:spChg chg="mod">
          <ac:chgData name="yash thakur" userId="86dea3b3ec742fab" providerId="Windows Live" clId="Web-{2AD86326-3EAE-45CF-961E-570CCBCA4E4C}" dt="2026-01-13T13:41:46.326" v="657" actId="1076"/>
          <ac:spMkLst>
            <pc:docMk/>
            <pc:sldMk cId="4057001463" sldId="294"/>
            <ac:spMk id="55" creationId="{D61F1639-478D-B5B4-A2D8-79536B860D82}"/>
          </ac:spMkLst>
        </pc:spChg>
        <pc:grpChg chg="add del">
          <ac:chgData name="yash thakur" userId="86dea3b3ec742fab" providerId="Windows Live" clId="Web-{2AD86326-3EAE-45CF-961E-570CCBCA4E4C}" dt="2026-01-13T13:36:59.414" v="638"/>
          <ac:grpSpMkLst>
            <pc:docMk/>
            <pc:sldMk cId="4057001463" sldId="294"/>
            <ac:grpSpMk id="2" creationId="{14347A3E-6CD9-189E-35C2-B67EA3D8547B}"/>
          </ac:grpSpMkLst>
        </pc:grpChg>
        <pc:grpChg chg="add mod">
          <ac:chgData name="yash thakur" userId="86dea3b3ec742fab" providerId="Windows Live" clId="Web-{2AD86326-3EAE-45CF-961E-570CCBCA4E4C}" dt="2026-01-13T15:14:50.536" v="2120" actId="1076"/>
          <ac:grpSpMkLst>
            <pc:docMk/>
            <pc:sldMk cId="4057001463" sldId="294"/>
            <ac:grpSpMk id="3" creationId="{625CD9E4-87C0-2E9D-1D1B-BA8F8B7EC000}"/>
          </ac:grpSpMkLst>
        </pc:grpChg>
        <pc:grpChg chg="add topLvl">
          <ac:chgData name="yash thakur" userId="86dea3b3ec742fab" providerId="Windows Live" clId="Web-{2AD86326-3EAE-45CF-961E-570CCBCA4E4C}" dt="2026-01-13T14:55:08.521" v="1999"/>
          <ac:grpSpMkLst>
            <pc:docMk/>
            <pc:sldMk cId="4057001463" sldId="294"/>
            <ac:grpSpMk id="4" creationId="{21A7549B-7659-9A6C-3D32-65CF8044D882}"/>
          </ac:grpSpMkLst>
        </pc:grpChg>
        <pc:grpChg chg="add del mod">
          <ac:chgData name="yash thakur" userId="86dea3b3ec742fab" providerId="Windows Live" clId="Web-{2AD86326-3EAE-45CF-961E-570CCBCA4E4C}" dt="2026-01-13T14:55:08.521" v="1999"/>
          <ac:grpSpMkLst>
            <pc:docMk/>
            <pc:sldMk cId="4057001463" sldId="294"/>
            <ac:grpSpMk id="5" creationId="{B0E82CC4-AAF0-B3D8-6466-715C2156359E}"/>
          </ac:grpSpMkLst>
        </pc:grpChg>
        <pc:grpChg chg="add">
          <ac:chgData name="yash thakur" userId="86dea3b3ec742fab" providerId="Windows Live" clId="Web-{2AD86326-3EAE-45CF-961E-570CCBCA4E4C}" dt="2026-01-13T13:49:26.071" v="698"/>
          <ac:grpSpMkLst>
            <pc:docMk/>
            <pc:sldMk cId="4057001463" sldId="294"/>
            <ac:grpSpMk id="7" creationId="{13C3018B-3013-7E92-B6F7-2802ADDA81D3}"/>
          </ac:grpSpMkLst>
        </pc:grpChg>
        <pc:grpChg chg="add mod">
          <ac:chgData name="yash thakur" userId="86dea3b3ec742fab" providerId="Windows Live" clId="Web-{2AD86326-3EAE-45CF-961E-570CCBCA4E4C}" dt="2026-01-13T15:03:27.029" v="2063" actId="1076"/>
          <ac:grpSpMkLst>
            <pc:docMk/>
            <pc:sldMk cId="4057001463" sldId="294"/>
            <ac:grpSpMk id="9" creationId="{58A45C5F-2654-845C-2D59-85F7E8DA7C0F}"/>
          </ac:grpSpMkLst>
        </pc:grpChg>
        <pc:grpChg chg="del">
          <ac:chgData name="yash thakur" userId="86dea3b3ec742fab" providerId="Windows Live" clId="Web-{2AD86326-3EAE-45CF-961E-570CCBCA4E4C}" dt="2026-01-13T13:48:45.225" v="694"/>
          <ac:grpSpMkLst>
            <pc:docMk/>
            <pc:sldMk cId="4057001463" sldId="294"/>
            <ac:grpSpMk id="12" creationId="{A85F751F-A684-59DC-90EF-40289AA1C56A}"/>
          </ac:grpSpMkLst>
        </pc:grpChg>
        <pc:grpChg chg="del mod">
          <ac:chgData name="yash thakur" userId="86dea3b3ec742fab" providerId="Windows Live" clId="Web-{2AD86326-3EAE-45CF-961E-570CCBCA4E4C}" dt="2026-01-13T13:36:46.179" v="634"/>
          <ac:grpSpMkLst>
            <pc:docMk/>
            <pc:sldMk cId="4057001463" sldId="294"/>
            <ac:grpSpMk id="16" creationId="{229C6808-89B0-8912-0FED-C4BE5DBD4854}"/>
          </ac:grpSpMkLst>
        </pc:grpChg>
        <pc:grpChg chg="del mod">
          <ac:chgData name="yash thakur" userId="86dea3b3ec742fab" providerId="Windows Live" clId="Web-{2AD86326-3EAE-45CF-961E-570CCBCA4E4C}" dt="2026-01-13T13:48:16.114" v="691"/>
          <ac:grpSpMkLst>
            <pc:docMk/>
            <pc:sldMk cId="4057001463" sldId="294"/>
            <ac:grpSpMk id="20" creationId="{306DE0C0-E8FA-9B14-4C6B-7A24293380B9}"/>
          </ac:grpSpMkLst>
        </pc:grpChg>
        <pc:grpChg chg="del mod">
          <ac:chgData name="yash thakur" userId="86dea3b3ec742fab" providerId="Windows Live" clId="Web-{2AD86326-3EAE-45CF-961E-570CCBCA4E4C}" dt="2026-01-13T13:47:44.237" v="683"/>
          <ac:grpSpMkLst>
            <pc:docMk/>
            <pc:sldMk cId="4057001463" sldId="294"/>
            <ac:grpSpMk id="24" creationId="{F16ED507-59BA-8FC2-7B21-A9DB9C4A74C9}"/>
          </ac:grpSpMkLst>
        </pc:grpChg>
        <pc:grpChg chg="mod">
          <ac:chgData name="yash thakur" userId="86dea3b3ec742fab" providerId="Windows Live" clId="Web-{2AD86326-3EAE-45CF-961E-570CCBCA4E4C}" dt="2026-01-13T15:07:28.403" v="2083" actId="1076"/>
          <ac:grpSpMkLst>
            <pc:docMk/>
            <pc:sldMk cId="4057001463" sldId="294"/>
            <ac:grpSpMk id="28" creationId="{E167C9DC-984D-0B88-80F7-6E7CD47C42D7}"/>
          </ac:grpSpMkLst>
        </pc:grpChg>
        <pc:grpChg chg="add">
          <ac:chgData name="yash thakur" userId="86dea3b3ec742fab" providerId="Windows Live" clId="Web-{2AD86326-3EAE-45CF-961E-570CCBCA4E4C}" dt="2026-01-13T15:03:31.686" v="2066"/>
          <ac:grpSpMkLst>
            <pc:docMk/>
            <pc:sldMk cId="4057001463" sldId="294"/>
            <ac:grpSpMk id="33" creationId="{9D3F6BDF-1D83-992B-5EF0-F45A4E98AB33}"/>
          </ac:grpSpMkLst>
        </pc:grpChg>
        <pc:picChg chg="topLvl">
          <ac:chgData name="yash thakur" userId="86dea3b3ec742fab" providerId="Windows Live" clId="Web-{2AD86326-3EAE-45CF-961E-570CCBCA4E4C}" dt="2026-01-13T13:48:45.225" v="694"/>
          <ac:picMkLst>
            <pc:docMk/>
            <pc:sldMk cId="4057001463" sldId="294"/>
            <ac:picMk id="11" creationId="{796C9D5F-622C-B2BA-75F7-26EA001D9AEC}"/>
          </ac:picMkLst>
        </pc:picChg>
        <pc:picChg chg="mod topLvl">
          <ac:chgData name="yash thakur" userId="86dea3b3ec742fab" providerId="Windows Live" clId="Web-{2AD86326-3EAE-45CF-961E-570CCBCA4E4C}" dt="2026-01-13T13:37:05.821" v="642" actId="1076"/>
          <ac:picMkLst>
            <pc:docMk/>
            <pc:sldMk cId="4057001463" sldId="294"/>
            <ac:picMk id="15" creationId="{F2C3BE7D-8AB0-C7B0-14EB-66B627E6FAF5}"/>
          </ac:picMkLst>
        </pc:picChg>
        <pc:picChg chg="topLvl">
          <ac:chgData name="yash thakur" userId="86dea3b3ec742fab" providerId="Windows Live" clId="Web-{2AD86326-3EAE-45CF-961E-570CCBCA4E4C}" dt="2026-01-13T13:48:16.114" v="691"/>
          <ac:picMkLst>
            <pc:docMk/>
            <pc:sldMk cId="4057001463" sldId="294"/>
            <ac:picMk id="19" creationId="{41262D07-9903-7A42-5FBA-7096068DF135}"/>
          </ac:picMkLst>
        </pc:picChg>
        <pc:picChg chg="mod topLvl">
          <ac:chgData name="yash thakur" userId="86dea3b3ec742fab" providerId="Windows Live" clId="Web-{2AD86326-3EAE-45CF-961E-570CCBCA4E4C}" dt="2026-01-13T14:55:08.521" v="1999"/>
          <ac:picMkLst>
            <pc:docMk/>
            <pc:sldMk cId="4057001463" sldId="294"/>
            <ac:picMk id="23" creationId="{C519A760-0056-E7C8-7072-1864D1EB097D}"/>
          </ac:picMkLst>
        </pc:picChg>
        <pc:cxnChg chg="mod">
          <ac:chgData name="yash thakur" userId="86dea3b3ec742fab" providerId="Windows Live" clId="Web-{2AD86326-3EAE-45CF-961E-570CCBCA4E4C}" dt="2026-01-13T13:42:12.560" v="660" actId="1076"/>
          <ac:cxnSpMkLst>
            <pc:docMk/>
            <pc:sldMk cId="4057001463" sldId="294"/>
            <ac:cxnSpMk id="8" creationId="{A298CF0C-327B-E02D-A199-14D22E9AD0AD}"/>
          </ac:cxnSpMkLst>
        </pc:cxnChg>
        <pc:cxnChg chg="add mod">
          <ac:chgData name="yash thakur" userId="86dea3b3ec742fab" providerId="Windows Live" clId="Web-{2AD86326-3EAE-45CF-961E-570CCBCA4E4C}" dt="2026-01-13T15:03:27.060" v="2065" actId="1076"/>
          <ac:cxnSpMkLst>
            <pc:docMk/>
            <pc:sldMk cId="4057001463" sldId="294"/>
            <ac:cxnSpMk id="13" creationId="{9AA23D4B-45C8-5659-EAE0-D5228281C3B2}"/>
          </ac:cxnSpMkLst>
        </pc:cxnChg>
        <pc:cxnChg chg="add del mod">
          <ac:chgData name="yash thakur" userId="86dea3b3ec742fab" providerId="Windows Live" clId="Web-{2AD86326-3EAE-45CF-961E-570CCBCA4E4C}" dt="2026-01-13T14:57:10.976" v="2025"/>
          <ac:cxnSpMkLst>
            <pc:docMk/>
            <pc:sldMk cId="4057001463" sldId="294"/>
            <ac:cxnSpMk id="17" creationId="{48295AC8-1FBA-2E42-FFEA-41F4E1238B78}"/>
          </ac:cxnSpMkLst>
        </pc:cxnChg>
        <pc:cxnChg chg="add del mod">
          <ac:chgData name="yash thakur" userId="86dea3b3ec742fab" providerId="Windows Live" clId="Web-{2AD86326-3EAE-45CF-961E-570CCBCA4E4C}" dt="2026-01-13T14:57:31.617" v="2029"/>
          <ac:cxnSpMkLst>
            <pc:docMk/>
            <pc:sldMk cId="4057001463" sldId="294"/>
            <ac:cxnSpMk id="21" creationId="{CA15E0D9-0340-1C09-6F51-7454363193A9}"/>
          </ac:cxnSpMkLst>
        </pc:cxnChg>
        <pc:cxnChg chg="add del mod">
          <ac:chgData name="yash thakur" userId="86dea3b3ec742fab" providerId="Windows Live" clId="Web-{2AD86326-3EAE-45CF-961E-570CCBCA4E4C}" dt="2026-01-13T15:02:13.041" v="2058"/>
          <ac:cxnSpMkLst>
            <pc:docMk/>
            <pc:sldMk cId="4057001463" sldId="294"/>
            <ac:cxnSpMk id="25" creationId="{1E9CB7ED-A619-1B8E-E736-DB4F6017AB43}"/>
          </ac:cxnSpMkLst>
        </pc:cxnChg>
        <pc:cxnChg chg="add mod">
          <ac:chgData name="yash thakur" userId="86dea3b3ec742fab" providerId="Windows Live" clId="Web-{2AD86326-3EAE-45CF-961E-570CCBCA4E4C}" dt="2026-01-13T15:07:09.401" v="2081" actId="14100"/>
          <ac:cxnSpMkLst>
            <pc:docMk/>
            <pc:sldMk cId="4057001463" sldId="294"/>
            <ac:cxnSpMk id="29" creationId="{EE4088BF-9B58-D9B8-9EB4-FCE33CD99787}"/>
          </ac:cxnSpMkLst>
        </pc:cxnChg>
        <pc:cxnChg chg="mod">
          <ac:chgData name="yash thakur" userId="86dea3b3ec742fab" providerId="Windows Live" clId="Web-{2AD86326-3EAE-45CF-961E-570CCBCA4E4C}" dt="2026-01-13T15:18:09.760" v="2135" actId="1076"/>
          <ac:cxnSpMkLst>
            <pc:docMk/>
            <pc:sldMk cId="4057001463" sldId="294"/>
            <ac:cxnSpMk id="31" creationId="{60399D71-92EC-CAED-20E6-E805E87BBE54}"/>
          </ac:cxnSpMkLst>
        </pc:cxnChg>
        <pc:cxnChg chg="mod">
          <ac:chgData name="yash thakur" userId="86dea3b3ec742fab" providerId="Windows Live" clId="Web-{2AD86326-3EAE-45CF-961E-570CCBCA4E4C}" dt="2026-01-13T15:10:12.461" v="2110" actId="14100"/>
          <ac:cxnSpMkLst>
            <pc:docMk/>
            <pc:sldMk cId="4057001463" sldId="294"/>
            <ac:cxnSpMk id="32" creationId="{A36ABF28-987A-0608-D2F2-241F27F2B46D}"/>
          </ac:cxnSpMkLst>
        </pc:cxnChg>
        <pc:cxnChg chg="mod">
          <ac:chgData name="yash thakur" userId="86dea3b3ec742fab" providerId="Windows Live" clId="Web-{2AD86326-3EAE-45CF-961E-570CCBCA4E4C}" dt="2026-01-13T15:18:59.949" v="2138" actId="14100"/>
          <ac:cxnSpMkLst>
            <pc:docMk/>
            <pc:sldMk cId="4057001463" sldId="294"/>
            <ac:cxnSpMk id="35" creationId="{8F7E78F6-8128-20A5-0F60-7B979578ADD5}"/>
          </ac:cxnSpMkLst>
        </pc:cxnChg>
        <pc:cxnChg chg="del">
          <ac:chgData name="yash thakur" userId="86dea3b3ec742fab" providerId="Windows Live" clId="Web-{2AD86326-3EAE-45CF-961E-570CCBCA4E4C}" dt="2026-01-13T14:55:40.443" v="2004"/>
          <ac:cxnSpMkLst>
            <pc:docMk/>
            <pc:sldMk cId="4057001463" sldId="294"/>
            <ac:cxnSpMk id="36" creationId="{B018EF32-A3AD-B5EF-B908-F446945DE4DF}"/>
          </ac:cxnSpMkLst>
        </pc:cxnChg>
        <pc:cxnChg chg="mod">
          <ac:chgData name="yash thakur" userId="86dea3b3ec742fab" providerId="Windows Live" clId="Web-{2AD86326-3EAE-45CF-961E-570CCBCA4E4C}" dt="2026-01-13T15:14:49.598" v="2119" actId="14100"/>
          <ac:cxnSpMkLst>
            <pc:docMk/>
            <pc:sldMk cId="4057001463" sldId="294"/>
            <ac:cxnSpMk id="37" creationId="{BF51BA69-55B0-A281-D265-6D9F2598071D}"/>
          </ac:cxnSpMkLst>
        </pc:cxnChg>
        <pc:cxnChg chg="mod">
          <ac:chgData name="yash thakur" userId="86dea3b3ec742fab" providerId="Windows Live" clId="Web-{2AD86326-3EAE-45CF-961E-570CCBCA4E4C}" dt="2026-01-13T15:07:37.122" v="2086" actId="14100"/>
          <ac:cxnSpMkLst>
            <pc:docMk/>
            <pc:sldMk cId="4057001463" sldId="294"/>
            <ac:cxnSpMk id="39" creationId="{648288E8-4923-C26B-2CD0-9326B4196328}"/>
          </ac:cxnSpMkLst>
        </pc:cxnChg>
        <pc:cxnChg chg="mod">
          <ac:chgData name="yash thakur" userId="86dea3b3ec742fab" providerId="Windows Live" clId="Web-{2AD86326-3EAE-45CF-961E-570CCBCA4E4C}" dt="2026-01-13T15:14:51.067" v="2121" actId="1076"/>
          <ac:cxnSpMkLst>
            <pc:docMk/>
            <pc:sldMk cId="4057001463" sldId="294"/>
            <ac:cxnSpMk id="49" creationId="{ED5F0A4C-5E1B-CF4C-9E1A-E0AA2E95B78A}"/>
          </ac:cxnSpMkLst>
        </pc:cxnChg>
        <pc:cxnChg chg="mod">
          <ac:chgData name="yash thakur" userId="86dea3b3ec742fab" providerId="Windows Live" clId="Web-{2AD86326-3EAE-45CF-961E-570CCBCA4E4C}" dt="2026-01-13T15:04:15.373" v="2073" actId="1076"/>
          <ac:cxnSpMkLst>
            <pc:docMk/>
            <pc:sldMk cId="4057001463" sldId="294"/>
            <ac:cxnSpMk id="50" creationId="{92C65B8C-2035-4125-253F-333CFD78FCFA}"/>
          </ac:cxnSpMkLst>
        </pc:cxnChg>
        <pc:cxnChg chg="mod">
          <ac:chgData name="yash thakur" userId="86dea3b3ec742fab" providerId="Windows Live" clId="Web-{2AD86326-3EAE-45CF-961E-570CCBCA4E4C}" dt="2026-01-13T15:05:10.401" v="2079" actId="14100"/>
          <ac:cxnSpMkLst>
            <pc:docMk/>
            <pc:sldMk cId="4057001463" sldId="294"/>
            <ac:cxnSpMk id="52" creationId="{F5273246-C063-9038-2DD2-5E6D0436C40C}"/>
          </ac:cxnSpMkLst>
        </pc:cxnChg>
        <pc:cxnChg chg="mod">
          <ac:chgData name="yash thakur" userId="86dea3b3ec742fab" providerId="Windows Live" clId="Web-{2AD86326-3EAE-45CF-961E-570CCBCA4E4C}" dt="2026-01-13T15:04:11.795" v="2072" actId="1076"/>
          <ac:cxnSpMkLst>
            <pc:docMk/>
            <pc:sldMk cId="4057001463" sldId="294"/>
            <ac:cxnSpMk id="53" creationId="{566513CD-B068-C142-B1BD-04C1D20280BF}"/>
          </ac:cxnSpMkLst>
        </pc:cxnChg>
      </pc:sldChg>
      <pc:sldChg chg="addSp delSp modSp add replId">
        <pc:chgData name="yash thakur" userId="86dea3b3ec742fab" providerId="Windows Live" clId="Web-{2AD86326-3EAE-45CF-961E-570CCBCA4E4C}" dt="2026-01-13T13:44:52.697" v="667"/>
        <pc:sldMkLst>
          <pc:docMk/>
          <pc:sldMk cId="3024189139" sldId="295"/>
        </pc:sldMkLst>
        <pc:spChg chg="add">
          <ac:chgData name="yash thakur" userId="86dea3b3ec742fab" providerId="Windows Live" clId="Web-{2AD86326-3EAE-45CF-961E-570CCBCA4E4C}" dt="2026-01-13T13:44:52.682" v="666"/>
          <ac:spMkLst>
            <pc:docMk/>
            <pc:sldMk cId="3024189139" sldId="295"/>
            <ac:spMk id="3" creationId="{3FC19AC2-BF20-51C5-2DDF-4CAFB1116F94}"/>
          </ac:spMkLst>
        </pc:spChg>
        <pc:spChg chg="del mod">
          <ac:chgData name="yash thakur" userId="86dea3b3ec742fab" providerId="Windows Live" clId="Web-{2AD86326-3EAE-45CF-961E-570CCBCA4E4C}" dt="2026-01-13T13:44:51.853" v="665"/>
          <ac:spMkLst>
            <pc:docMk/>
            <pc:sldMk cId="3024189139" sldId="295"/>
            <ac:spMk id="6" creationId="{777713E8-10DD-14A6-C0AE-D952AE0FB811}"/>
          </ac:spMkLst>
        </pc:spChg>
        <pc:cxnChg chg="add">
          <ac:chgData name="yash thakur" userId="86dea3b3ec742fab" providerId="Windows Live" clId="Web-{2AD86326-3EAE-45CF-961E-570CCBCA4E4C}" dt="2026-01-13T13:44:52.697" v="667"/>
          <ac:cxnSpMkLst>
            <pc:docMk/>
            <pc:sldMk cId="3024189139" sldId="295"/>
            <ac:cxnSpMk id="5" creationId="{FB705B65-8933-3F60-4D3F-0449F58DAAB5}"/>
          </ac:cxnSpMkLst>
        </pc:cxnChg>
        <pc:cxnChg chg="del mod">
          <ac:chgData name="yash thakur" userId="86dea3b3ec742fab" providerId="Windows Live" clId="Web-{2AD86326-3EAE-45CF-961E-570CCBCA4E4C}" dt="2026-01-13T13:44:51.853" v="664"/>
          <ac:cxnSpMkLst>
            <pc:docMk/>
            <pc:sldMk cId="3024189139" sldId="295"/>
            <ac:cxnSpMk id="8" creationId="{A9998EC1-6477-1A87-4396-EAFA25D09158}"/>
          </ac:cxnSpMkLst>
        </pc:cxnChg>
      </pc:sldChg>
      <pc:sldChg chg="addSp delSp modSp add del replId">
        <pc:chgData name="yash thakur" userId="86dea3b3ec742fab" providerId="Windows Live" clId="Web-{2AD86326-3EAE-45CF-961E-570CCBCA4E4C}" dt="2026-01-13T14:50:41.718" v="1981"/>
        <pc:sldMkLst>
          <pc:docMk/>
          <pc:sldMk cId="234523620" sldId="296"/>
        </pc:sldMkLst>
        <pc:spChg chg="del">
          <ac:chgData name="yash thakur" userId="86dea3b3ec742fab" providerId="Windows Live" clId="Web-{2AD86326-3EAE-45CF-961E-570CCBCA4E4C}" dt="2026-01-13T14:50:27.452" v="1978"/>
          <ac:spMkLst>
            <pc:docMk/>
            <pc:sldMk cId="234523620" sldId="296"/>
            <ac:spMk id="7" creationId="{A9407AD7-3521-DF6C-DBD5-78A7D0A2A074}"/>
          </ac:spMkLst>
        </pc:spChg>
        <pc:spChg chg="add mod">
          <ac:chgData name="yash thakur" userId="86dea3b3ec742fab" providerId="Windows Live" clId="Web-{2AD86326-3EAE-45CF-961E-570CCBCA4E4C}" dt="2026-01-13T14:50:38.609" v="1980" actId="1076"/>
          <ac:spMkLst>
            <pc:docMk/>
            <pc:sldMk cId="234523620" sldId="296"/>
            <ac:spMk id="14" creationId="{307A5E53-A2D5-A11D-D2A7-DB85C53D72CA}"/>
          </ac:spMkLst>
        </pc:spChg>
      </pc:sldChg>
      <pc:sldChg chg="addSp delSp modSp add ord replId">
        <pc:chgData name="yash thakur" userId="86dea3b3ec742fab" providerId="Windows Live" clId="Web-{2AD86326-3EAE-45CF-961E-570CCBCA4E4C}" dt="2026-01-13T15:33:13.876" v="2307" actId="20577"/>
        <pc:sldMkLst>
          <pc:docMk/>
          <pc:sldMk cId="2965283663" sldId="296"/>
        </pc:sldMkLst>
        <pc:spChg chg="add mod">
          <ac:chgData name="yash thakur" userId="86dea3b3ec742fab" providerId="Windows Live" clId="Web-{2AD86326-3EAE-45CF-961E-570CCBCA4E4C}" dt="2026-01-13T15:33:00.610" v="2294" actId="20577"/>
          <ac:spMkLst>
            <pc:docMk/>
            <pc:sldMk cId="2965283663" sldId="296"/>
            <ac:spMk id="7" creationId="{4B70E32B-544D-DE6F-5278-F729D7AC8854}"/>
          </ac:spMkLst>
        </pc:spChg>
        <pc:spChg chg="mod">
          <ac:chgData name="yash thakur" userId="86dea3b3ec742fab" providerId="Windows Live" clId="Web-{2AD86326-3EAE-45CF-961E-570CCBCA4E4C}" dt="2026-01-13T15:33:13.876" v="2307" actId="20577"/>
          <ac:spMkLst>
            <pc:docMk/>
            <pc:sldMk cId="2965283663" sldId="296"/>
            <ac:spMk id="8" creationId="{CCFA4199-CC07-5412-4D53-638FD2CC9224}"/>
          </ac:spMkLst>
        </pc:spChg>
        <pc:spChg chg="del">
          <ac:chgData name="yash thakur" userId="86dea3b3ec742fab" providerId="Windows Live" clId="Web-{2AD86326-3EAE-45CF-961E-570CCBCA4E4C}" dt="2026-01-13T14:50:57.344" v="1984"/>
          <ac:spMkLst>
            <pc:docMk/>
            <pc:sldMk cId="2965283663" sldId="296"/>
            <ac:spMk id="14" creationId="{9EA8F886-2C63-C294-DD61-78970DAB1B21}"/>
          </ac:spMkLst>
        </pc:spChg>
        <pc:picChg chg="del">
          <ac:chgData name="yash thakur" userId="86dea3b3ec742fab" providerId="Windows Live" clId="Web-{2AD86326-3EAE-45CF-961E-570CCBCA4E4C}" dt="2026-01-13T14:51:10.375" v="1988"/>
          <ac:picMkLst>
            <pc:docMk/>
            <pc:sldMk cId="2965283663" sldId="296"/>
            <ac:picMk id="2" creationId="{5A617083-0266-5356-DA58-4057047EC96F}"/>
          </ac:picMkLst>
        </pc:picChg>
        <pc:picChg chg="del">
          <ac:chgData name="yash thakur" userId="86dea3b3ec742fab" providerId="Windows Live" clId="Web-{2AD86326-3EAE-45CF-961E-570CCBCA4E4C}" dt="2026-01-13T14:51:12.375" v="1989"/>
          <ac:picMkLst>
            <pc:docMk/>
            <pc:sldMk cId="2965283663" sldId="296"/>
            <ac:picMk id="5" creationId="{10DFF23C-D01C-8D14-631D-C55BD3E16612}"/>
          </ac:picMkLst>
        </pc:picChg>
        <pc:picChg chg="add mod">
          <ac:chgData name="yash thakur" userId="86dea3b3ec742fab" providerId="Windows Live" clId="Web-{2AD86326-3EAE-45CF-961E-570CCBCA4E4C}" dt="2026-01-13T15:32:39.546" v="2290" actId="1076"/>
          <ac:picMkLst>
            <pc:docMk/>
            <pc:sldMk cId="2965283663" sldId="296"/>
            <ac:picMk id="9" creationId="{E5F92B99-D24B-C7BA-4C6F-2706902F87BB}"/>
          </ac:picMkLst>
        </pc:picChg>
      </pc:sldChg>
      <pc:sldChg chg="addSp delSp modSp add replId">
        <pc:chgData name="yash thakur" userId="86dea3b3ec742fab" providerId="Windows Live" clId="Web-{2AD86326-3EAE-45CF-961E-570CCBCA4E4C}" dt="2026-01-13T16:02:38.939" v="2622" actId="14100"/>
        <pc:sldMkLst>
          <pc:docMk/>
          <pc:sldMk cId="729905542" sldId="297"/>
        </pc:sldMkLst>
        <pc:spChg chg="add mod">
          <ac:chgData name="yash thakur" userId="86dea3b3ec742fab" providerId="Windows Live" clId="Web-{2AD86326-3EAE-45CF-961E-570CCBCA4E4C}" dt="2026-01-13T16:02:06.032" v="2608" actId="20577"/>
          <ac:spMkLst>
            <pc:docMk/>
            <pc:sldMk cId="729905542" sldId="297"/>
            <ac:spMk id="4" creationId="{430E7D25-3B55-B05B-01F7-DA4B672DEE45}"/>
          </ac:spMkLst>
        </pc:spChg>
        <pc:spChg chg="del">
          <ac:chgData name="yash thakur" userId="86dea3b3ec742fab" providerId="Windows Live" clId="Web-{2AD86326-3EAE-45CF-961E-570CCBCA4E4C}" dt="2026-01-13T15:33:43.501" v="2328"/>
          <ac:spMkLst>
            <pc:docMk/>
            <pc:sldMk cId="729905542" sldId="297"/>
            <ac:spMk id="7" creationId="{43624CA1-133F-1339-E685-C48532AE8EC0}"/>
          </ac:spMkLst>
        </pc:spChg>
        <pc:spChg chg="mod">
          <ac:chgData name="yash thakur" userId="86dea3b3ec742fab" providerId="Windows Live" clId="Web-{2AD86326-3EAE-45CF-961E-570CCBCA4E4C}" dt="2026-01-13T15:33:32.298" v="2327" actId="20577"/>
          <ac:spMkLst>
            <pc:docMk/>
            <pc:sldMk cId="729905542" sldId="297"/>
            <ac:spMk id="8" creationId="{8CA1BE18-79FC-0248-B7DC-BEA2395AD50E}"/>
          </ac:spMkLst>
        </pc:spChg>
        <pc:picChg chg="add mod">
          <ac:chgData name="yash thakur" userId="86dea3b3ec742fab" providerId="Windows Live" clId="Web-{2AD86326-3EAE-45CF-961E-570CCBCA4E4C}" dt="2026-01-13T16:02:38.939" v="2622" actId="14100"/>
          <ac:picMkLst>
            <pc:docMk/>
            <pc:sldMk cId="729905542" sldId="297"/>
            <ac:picMk id="5" creationId="{D4F8D548-3AF8-C0EA-825D-C642F08C70D8}"/>
          </ac:picMkLst>
        </pc:picChg>
        <pc:picChg chg="del">
          <ac:chgData name="yash thakur" userId="86dea3b3ec742fab" providerId="Windows Live" clId="Web-{2AD86326-3EAE-45CF-961E-570CCBCA4E4C}" dt="2026-01-13T15:35:46.255" v="2333"/>
          <ac:picMkLst>
            <pc:docMk/>
            <pc:sldMk cId="729905542" sldId="297"/>
            <ac:picMk id="9" creationId="{D0370237-BFA4-E9CC-ED17-8CC5A1F6CC17}"/>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hyperlink" Target="http://bit.ly/2TtBDfr" TargetMode="External"/><Relationship Id="rId4" Type="http://schemas.openxmlformats.org/officeDocument/2006/relationships/hyperlink" Target="https://bit.ly/3A1uf1Q" TargetMode="Externa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7" name="Google Shape;9;p2"/>
          <p:cNvPicPr/>
          <p:nvPr/>
        </p:nvPicPr>
        <p:blipFill>
          <a:blip r:embed="rId2"/>
          <a:srcRect t="1844" r="1844"/>
          <a:stretch/>
        </p:blipFill>
        <p:spPr>
          <a:xfrm>
            <a:off x="0" y="0"/>
            <a:ext cx="9143640" cy="5143320"/>
          </a:xfrm>
          <a:prstGeom prst="rect">
            <a:avLst/>
          </a:prstGeom>
          <a:noFill/>
          <a:ln w="0">
            <a:noFill/>
          </a:ln>
        </p:spPr>
      </p:pic>
      <p:pic>
        <p:nvPicPr>
          <p:cNvPr id="8" name="Google Shape;10;p2"/>
          <p:cNvPicPr/>
          <p:nvPr/>
        </p:nvPicPr>
        <p:blipFill>
          <a:blip r:embed="rId3">
            <a:alphaModFix amt="60000"/>
          </a:blip>
          <a:srcRect b="1681"/>
          <a:stretch/>
        </p:blipFill>
        <p:spPr>
          <a:xfrm>
            <a:off x="0" y="0"/>
            <a:ext cx="2740680" cy="5143320"/>
          </a:xfrm>
          <a:prstGeom prst="rect">
            <a:avLst/>
          </a:prstGeom>
          <a:noFill/>
          <a:ln w="0">
            <a:noFill/>
          </a:ln>
        </p:spPr>
      </p:pic>
      <p:grpSp>
        <p:nvGrpSpPr>
          <p:cNvPr id="2" name="Google Shape;11;p2"/>
          <p:cNvGrpSpPr/>
          <p:nvPr/>
        </p:nvGrpSpPr>
        <p:grpSpPr>
          <a:xfrm>
            <a:off x="-2166480" y="-2744640"/>
            <a:ext cx="13380120" cy="9878400"/>
            <a:chOff x="-2166480" y="-2744640"/>
            <a:chExt cx="13380120" cy="9878400"/>
          </a:xfrm>
        </p:grpSpPr>
        <p:pic>
          <p:nvPicPr>
            <p:cNvPr id="3" name="Google Shape;12;p2"/>
            <p:cNvPicPr/>
            <p:nvPr/>
          </p:nvPicPr>
          <p:blipFill>
            <a:blip r:embed="rId4">
              <a:alphaModFix amt="50000"/>
            </a:blip>
            <a:stretch/>
          </p:blipFill>
          <p:spPr>
            <a:xfrm rot="7507200">
              <a:off x="7163280" y="3111480"/>
              <a:ext cx="3409920" cy="3335760"/>
            </a:xfrm>
            <a:prstGeom prst="rect">
              <a:avLst/>
            </a:prstGeom>
            <a:noFill/>
            <a:ln w="0">
              <a:noFill/>
            </a:ln>
          </p:spPr>
        </p:pic>
        <p:pic>
          <p:nvPicPr>
            <p:cNvPr id="4" name="Google Shape;13;p2"/>
            <p:cNvPicPr/>
            <p:nvPr/>
          </p:nvPicPr>
          <p:blipFill>
            <a:blip r:embed="rId4">
              <a:alphaModFix amt="50000"/>
            </a:blip>
            <a:stretch/>
          </p:blipFill>
          <p:spPr>
            <a:xfrm rot="3138600">
              <a:off x="-1483560" y="-2016360"/>
              <a:ext cx="3541680" cy="3464640"/>
            </a:xfrm>
            <a:prstGeom prst="rect">
              <a:avLst/>
            </a:prstGeom>
            <a:noFill/>
            <a:ln w="0">
              <a:noFill/>
            </a:ln>
          </p:spPr>
        </p:pic>
      </p:grpSp>
      <p:sp>
        <p:nvSpPr>
          <p:cNvPr id="5" name="PlaceHolder 1"/>
          <p:cNvSpPr>
            <a:spLocks noGrp="1"/>
          </p:cNvSpPr>
          <p:nvPr>
            <p:ph type="title"/>
          </p:nvPr>
        </p:nvSpPr>
        <p:spPr>
          <a:xfrm>
            <a:off x="2007720" y="1080720"/>
            <a:ext cx="6719400" cy="1496880"/>
          </a:xfrm>
          <a:prstGeom prst="rect">
            <a:avLst/>
          </a:prstGeom>
          <a:noFill/>
          <a:ln w="0">
            <a:noFill/>
          </a:ln>
        </p:spPr>
        <p:txBody>
          <a:bodyPr lIns="91440" tIns="91440" rIns="91440" bIns="91440" anchor="b">
            <a:noAutofit/>
          </a:bodyPr>
          <a:lstStyle/>
          <a:p>
            <a:pPr indent="0">
              <a:buNone/>
            </a:pPr>
            <a:r>
              <a:rPr lang="fr-FR" sz="3800" b="0" u="none" strike="noStrike">
                <a:solidFill>
                  <a:schemeClr val="dk1"/>
                </a:solidFill>
                <a:effectLst/>
                <a:uFillTx/>
                <a:latin typeface="Arial"/>
              </a:rPr>
              <a:t>Click to edit the title text format</a:t>
            </a: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pic>
        <p:nvPicPr>
          <p:cNvPr id="7" name="Google Shape;248;p11"/>
          <p:cNvPicPr/>
          <p:nvPr/>
        </p:nvPicPr>
        <p:blipFill>
          <a:blip r:embed="rId2"/>
          <a:srcRect t="1844" r="1844"/>
          <a:stretch/>
        </p:blipFill>
        <p:spPr>
          <a:xfrm>
            <a:off x="0" y="0"/>
            <a:ext cx="9143640" cy="5143320"/>
          </a:xfrm>
          <a:prstGeom prst="rect">
            <a:avLst/>
          </a:prstGeom>
          <a:noFill/>
          <a:ln w="0">
            <a:noFill/>
          </a:ln>
        </p:spPr>
      </p:pic>
      <p:pic>
        <p:nvPicPr>
          <p:cNvPr id="8" name="Google Shape;249;p11"/>
          <p:cNvPicPr/>
          <p:nvPr/>
        </p:nvPicPr>
        <p:blipFill>
          <a:blip r:embed="rId3">
            <a:alphaModFix amt="60000"/>
          </a:blip>
          <a:srcRect b="1681"/>
          <a:stretch/>
        </p:blipFill>
        <p:spPr>
          <a:xfrm flipH="1">
            <a:off x="6403320" y="0"/>
            <a:ext cx="2740680" cy="5143320"/>
          </a:xfrm>
          <a:prstGeom prst="rect">
            <a:avLst/>
          </a:prstGeom>
          <a:noFill/>
          <a:ln w="0">
            <a:noFill/>
          </a:ln>
        </p:spPr>
      </p:pic>
      <p:grpSp>
        <p:nvGrpSpPr>
          <p:cNvPr id="9" name="Google Shape;250;p11"/>
          <p:cNvGrpSpPr/>
          <p:nvPr/>
        </p:nvGrpSpPr>
        <p:grpSpPr>
          <a:xfrm>
            <a:off x="-1880280" y="-2238480"/>
            <a:ext cx="12745800" cy="9193680"/>
            <a:chOff x="-1880280" y="-2238480"/>
            <a:chExt cx="12745800" cy="9193680"/>
          </a:xfrm>
        </p:grpSpPr>
        <p:pic>
          <p:nvPicPr>
            <p:cNvPr id="10" name="Google Shape;251;p11"/>
            <p:cNvPicPr/>
            <p:nvPr/>
          </p:nvPicPr>
          <p:blipFill>
            <a:blip r:embed="rId4">
              <a:alphaModFix amt="50000"/>
            </a:blip>
            <a:stretch/>
          </p:blipFill>
          <p:spPr>
            <a:xfrm rot="6622200">
              <a:off x="-1410480" y="2959560"/>
              <a:ext cx="3541680" cy="3464640"/>
            </a:xfrm>
            <a:prstGeom prst="rect">
              <a:avLst/>
            </a:prstGeom>
            <a:noFill/>
            <a:ln w="0">
              <a:noFill/>
            </a:ln>
          </p:spPr>
        </p:pic>
        <p:pic>
          <p:nvPicPr>
            <p:cNvPr id="11" name="Google Shape;252;p11"/>
            <p:cNvPicPr/>
            <p:nvPr/>
          </p:nvPicPr>
          <p:blipFill>
            <a:blip r:embed="rId4">
              <a:alphaModFix amt="50000"/>
            </a:blip>
            <a:stretch/>
          </p:blipFill>
          <p:spPr>
            <a:xfrm rot="4680600">
              <a:off x="7031880" y="-1878480"/>
              <a:ext cx="3541680" cy="3464640"/>
            </a:xfrm>
            <a:prstGeom prst="rect">
              <a:avLst/>
            </a:prstGeom>
            <a:noFill/>
            <a:ln w="0">
              <a:noFill/>
            </a:ln>
          </p:spPr>
        </p:pic>
      </p:grpSp>
      <p:grpSp>
        <p:nvGrpSpPr>
          <p:cNvPr id="12" name="Google Shape;253;p11"/>
          <p:cNvGrpSpPr/>
          <p:nvPr/>
        </p:nvGrpSpPr>
        <p:grpSpPr>
          <a:xfrm>
            <a:off x="-440640" y="-271440"/>
            <a:ext cx="9706680" cy="5878800"/>
            <a:chOff x="-440640" y="-271440"/>
            <a:chExt cx="9706680" cy="5878800"/>
          </a:xfrm>
        </p:grpSpPr>
        <p:grpSp>
          <p:nvGrpSpPr>
            <p:cNvPr id="13" name="Google Shape;254;p11"/>
            <p:cNvGrpSpPr/>
            <p:nvPr/>
          </p:nvGrpSpPr>
          <p:grpSpPr>
            <a:xfrm>
              <a:off x="7302960" y="3600360"/>
              <a:ext cx="1963080" cy="2007000"/>
              <a:chOff x="7302960" y="3600360"/>
              <a:chExt cx="1963080" cy="2007000"/>
            </a:xfrm>
          </p:grpSpPr>
          <p:pic>
            <p:nvPicPr>
              <p:cNvPr id="14" name="Google Shape;255;p11"/>
              <p:cNvPicPr/>
              <p:nvPr/>
            </p:nvPicPr>
            <p:blipFill>
              <a:blip r:embed="rId5">
                <a:alphaModFix amt="50000"/>
              </a:blip>
              <a:stretch/>
            </p:blipFill>
            <p:spPr>
              <a:xfrm rot="5400000">
                <a:off x="7281000" y="3622320"/>
                <a:ext cx="2007000" cy="1963080"/>
              </a:xfrm>
              <a:prstGeom prst="rect">
                <a:avLst/>
              </a:prstGeom>
              <a:noFill/>
              <a:ln w="0">
                <a:noFill/>
              </a:ln>
            </p:spPr>
          </p:pic>
          <p:grpSp>
            <p:nvGrpSpPr>
              <p:cNvPr id="15" name="Google Shape;256;p11"/>
              <p:cNvGrpSpPr/>
              <p:nvPr/>
            </p:nvGrpSpPr>
            <p:grpSpPr>
              <a:xfrm>
                <a:off x="8547840" y="4489920"/>
                <a:ext cx="326880" cy="318240"/>
                <a:chOff x="8547840" y="4489920"/>
                <a:chExt cx="326880" cy="318240"/>
              </a:xfrm>
            </p:grpSpPr>
            <p:sp>
              <p:nvSpPr>
                <p:cNvPr id="16" name="Google Shape;257;p11"/>
                <p:cNvSpPr/>
                <p:nvPr/>
              </p:nvSpPr>
              <p:spPr>
                <a:xfrm>
                  <a:off x="8674200" y="47865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 name="Google Shape;258;p11"/>
                <p:cNvSpPr/>
                <p:nvPr/>
              </p:nvSpPr>
              <p:spPr>
                <a:xfrm>
                  <a:off x="8547840" y="46083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 name="Google Shape;259;p11"/>
                <p:cNvSpPr/>
                <p:nvPr/>
              </p:nvSpPr>
              <p:spPr>
                <a:xfrm>
                  <a:off x="8685720" y="47426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Google Shape;260;p11"/>
                <p:cNvSpPr/>
                <p:nvPr/>
              </p:nvSpPr>
              <p:spPr>
                <a:xfrm>
                  <a:off x="8572680" y="44899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 name="Google Shape;261;p11"/>
                <p:cNvSpPr/>
                <p:nvPr/>
              </p:nvSpPr>
              <p:spPr>
                <a:xfrm>
                  <a:off x="8701560" y="47001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Google Shape;262;p11"/>
                <p:cNvSpPr/>
                <p:nvPr/>
              </p:nvSpPr>
              <p:spPr>
                <a:xfrm>
                  <a:off x="8717040" y="46573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 name="Google Shape;263;p11"/>
                <p:cNvSpPr/>
                <p:nvPr/>
              </p:nvSpPr>
              <p:spPr>
                <a:xfrm>
                  <a:off x="8746200" y="45655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 name="Google Shape;264;p11"/>
                <p:cNvSpPr/>
                <p:nvPr/>
              </p:nvSpPr>
              <p:spPr>
                <a:xfrm>
                  <a:off x="8783640" y="45446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 name="Google Shape;265;p11"/>
                <p:cNvSpPr/>
                <p:nvPr/>
              </p:nvSpPr>
              <p:spPr>
                <a:xfrm>
                  <a:off x="8821080" y="451584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5" name="Google Shape;266;p11"/>
              <p:cNvGrpSpPr/>
              <p:nvPr/>
            </p:nvGrpSpPr>
            <p:grpSpPr>
              <a:xfrm>
                <a:off x="8591040" y="5153400"/>
                <a:ext cx="268200" cy="268560"/>
                <a:chOff x="8591040" y="5153400"/>
                <a:chExt cx="268200" cy="268560"/>
              </a:xfrm>
            </p:grpSpPr>
            <p:sp>
              <p:nvSpPr>
                <p:cNvPr id="26" name="Google Shape;267;p11"/>
                <p:cNvSpPr/>
                <p:nvPr/>
              </p:nvSpPr>
              <p:spPr>
                <a:xfrm>
                  <a:off x="8649720" y="53114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 name="Google Shape;268;p11"/>
                <p:cNvSpPr/>
                <p:nvPr/>
              </p:nvSpPr>
              <p:spPr>
                <a:xfrm>
                  <a:off x="8748720" y="53121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 name="Google Shape;269;p11"/>
                <p:cNvSpPr/>
                <p:nvPr/>
              </p:nvSpPr>
              <p:spPr>
                <a:xfrm>
                  <a:off x="8649720" y="52128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 name="Google Shape;270;p11"/>
                <p:cNvSpPr/>
                <p:nvPr/>
              </p:nvSpPr>
              <p:spPr>
                <a:xfrm>
                  <a:off x="8747640" y="52128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 name="Google Shape;271;p11"/>
                <p:cNvSpPr/>
                <p:nvPr/>
              </p:nvSpPr>
              <p:spPr>
                <a:xfrm>
                  <a:off x="8710920" y="52754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 name="Google Shape;272;p11"/>
                <p:cNvSpPr/>
                <p:nvPr/>
              </p:nvSpPr>
              <p:spPr>
                <a:xfrm>
                  <a:off x="8645400" y="52092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 name="Google Shape;273;p11"/>
                <p:cNvSpPr/>
                <p:nvPr/>
              </p:nvSpPr>
              <p:spPr>
                <a:xfrm>
                  <a:off x="8591040" y="515340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 name="Google Shape;274;p11"/>
              <p:cNvGrpSpPr/>
              <p:nvPr/>
            </p:nvGrpSpPr>
            <p:grpSpPr>
              <a:xfrm>
                <a:off x="7951680" y="4758120"/>
                <a:ext cx="399240" cy="412560"/>
                <a:chOff x="7951680" y="4758120"/>
                <a:chExt cx="399240" cy="412560"/>
              </a:xfrm>
            </p:grpSpPr>
            <p:sp>
              <p:nvSpPr>
                <p:cNvPr id="34" name="Google Shape;275;p11"/>
                <p:cNvSpPr/>
                <p:nvPr/>
              </p:nvSpPr>
              <p:spPr>
                <a:xfrm>
                  <a:off x="7951680" y="47581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276;p11"/>
                <p:cNvSpPr/>
                <p:nvPr/>
              </p:nvSpPr>
              <p:spPr>
                <a:xfrm>
                  <a:off x="8230680" y="51188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277;p11"/>
                <p:cNvSpPr/>
                <p:nvPr/>
              </p:nvSpPr>
              <p:spPr>
                <a:xfrm>
                  <a:off x="8167320" y="50389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7" name="Google Shape;278;p11"/>
            <p:cNvGrpSpPr/>
            <p:nvPr/>
          </p:nvGrpSpPr>
          <p:grpSpPr>
            <a:xfrm>
              <a:off x="-440640" y="-271440"/>
              <a:ext cx="2007000" cy="1963080"/>
              <a:chOff x="-440640" y="-271440"/>
              <a:chExt cx="2007000" cy="1963080"/>
            </a:xfrm>
          </p:grpSpPr>
          <p:pic>
            <p:nvPicPr>
              <p:cNvPr id="38" name="Google Shape;279;p11"/>
              <p:cNvPicPr/>
              <p:nvPr/>
            </p:nvPicPr>
            <p:blipFill>
              <a:blip r:embed="rId5">
                <a:alphaModFix amt="50000"/>
              </a:blip>
              <a:stretch/>
            </p:blipFill>
            <p:spPr>
              <a:xfrm>
                <a:off x="-440640" y="-271440"/>
                <a:ext cx="2007000" cy="1963080"/>
              </a:xfrm>
              <a:prstGeom prst="rect">
                <a:avLst/>
              </a:prstGeom>
              <a:noFill/>
              <a:ln w="0">
                <a:noFill/>
              </a:ln>
            </p:spPr>
          </p:pic>
          <p:grpSp>
            <p:nvGrpSpPr>
              <p:cNvPr id="39" name="Google Shape;280;p11"/>
              <p:cNvGrpSpPr/>
              <p:nvPr/>
            </p:nvGrpSpPr>
            <p:grpSpPr>
              <a:xfrm>
                <a:off x="-183240" y="109440"/>
                <a:ext cx="344520" cy="317160"/>
                <a:chOff x="-183240" y="109440"/>
                <a:chExt cx="344520" cy="317160"/>
              </a:xfrm>
            </p:grpSpPr>
            <p:sp>
              <p:nvSpPr>
                <p:cNvPr id="40" name="Google Shape;281;p11"/>
                <p:cNvSpPr/>
                <p:nvPr/>
              </p:nvSpPr>
              <p:spPr>
                <a:xfrm>
                  <a:off x="-68400" y="1634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 name="Google Shape;282;p11"/>
                <p:cNvSpPr/>
                <p:nvPr/>
              </p:nvSpPr>
              <p:spPr>
                <a:xfrm>
                  <a:off x="-183240" y="34812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2" name="Google Shape;283;p11"/>
                <p:cNvSpPr/>
                <p:nvPr/>
              </p:nvSpPr>
              <p:spPr>
                <a:xfrm>
                  <a:off x="-149760" y="10944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 name="Google Shape;284;p11"/>
                <p:cNvSpPr/>
                <p:nvPr/>
              </p:nvSpPr>
              <p:spPr>
                <a:xfrm>
                  <a:off x="-125280" y="3153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4" name="Google Shape;285;p11"/>
              <p:cNvGrpSpPr/>
              <p:nvPr/>
            </p:nvGrpSpPr>
            <p:grpSpPr>
              <a:xfrm>
                <a:off x="454680" y="110880"/>
                <a:ext cx="314280" cy="314640"/>
                <a:chOff x="454680" y="110880"/>
                <a:chExt cx="314280" cy="314640"/>
              </a:xfrm>
            </p:grpSpPr>
            <p:sp>
              <p:nvSpPr>
                <p:cNvPr id="45" name="Google Shape;286;p11"/>
                <p:cNvSpPr/>
                <p:nvPr/>
              </p:nvSpPr>
              <p:spPr>
                <a:xfrm>
                  <a:off x="493920" y="14076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 name="Google Shape;287;p11"/>
                <p:cNvSpPr/>
                <p:nvPr/>
              </p:nvSpPr>
              <p:spPr>
                <a:xfrm>
                  <a:off x="454680" y="11088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7" name="Google Shape;288;p11"/>
              <p:cNvGrpSpPr/>
              <p:nvPr/>
            </p:nvGrpSpPr>
            <p:grpSpPr>
              <a:xfrm>
                <a:off x="90360" y="632880"/>
                <a:ext cx="405360" cy="405000"/>
                <a:chOff x="90360" y="632880"/>
                <a:chExt cx="405360" cy="405000"/>
              </a:xfrm>
            </p:grpSpPr>
            <p:sp>
              <p:nvSpPr>
                <p:cNvPr id="48" name="Google Shape;289;p11"/>
                <p:cNvSpPr/>
                <p:nvPr/>
              </p:nvSpPr>
              <p:spPr>
                <a:xfrm>
                  <a:off x="192960" y="63288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290;p11"/>
                <p:cNvSpPr/>
                <p:nvPr/>
              </p:nvSpPr>
              <p:spPr>
                <a:xfrm>
                  <a:off x="282960" y="72540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 name="Google Shape;291;p11"/>
                <p:cNvSpPr/>
                <p:nvPr/>
              </p:nvSpPr>
              <p:spPr>
                <a:xfrm>
                  <a:off x="251280" y="86040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292;p11"/>
                <p:cNvSpPr/>
                <p:nvPr/>
              </p:nvSpPr>
              <p:spPr>
                <a:xfrm>
                  <a:off x="90360" y="82008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293;p11"/>
                <p:cNvSpPr/>
                <p:nvPr/>
              </p:nvSpPr>
              <p:spPr>
                <a:xfrm>
                  <a:off x="331920" y="81612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sp>
        <p:nvSpPr>
          <p:cNvPr id="53" name="PlaceHolder 1"/>
          <p:cNvSpPr>
            <a:spLocks noGrp="1"/>
          </p:cNvSpPr>
          <p:nvPr>
            <p:ph type="title"/>
          </p:nvPr>
        </p:nvSpPr>
        <p:spPr>
          <a:xfrm>
            <a:off x="2176560" y="1692000"/>
            <a:ext cx="4790520" cy="1276920"/>
          </a:xfrm>
          <a:prstGeom prst="rect">
            <a:avLst/>
          </a:prstGeom>
          <a:noFill/>
          <a:ln w="0">
            <a:noFill/>
          </a:ln>
        </p:spPr>
        <p:txBody>
          <a:bodyPr lIns="91440" tIns="91440" rIns="91440" bIns="91440" anchor="b">
            <a:noAutofit/>
          </a:bodyPr>
          <a:lstStyle/>
          <a:p>
            <a:pPr indent="0">
              <a:lnSpc>
                <a:spcPct val="100000"/>
              </a:lnSpc>
              <a:buNone/>
            </a:pPr>
            <a:r>
              <a:rPr lang="fr-FR" sz="6000" b="1" u="none" strike="noStrike">
                <a:solidFill>
                  <a:schemeClr val="dk1"/>
                </a:solidFill>
                <a:effectLst/>
                <a:uFillTx/>
                <a:latin typeface="Montserrat"/>
                <a:ea typeface="Montserrat"/>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pic>
        <p:nvPicPr>
          <p:cNvPr id="54" name="Google Shape;298;p13"/>
          <p:cNvPicPr/>
          <p:nvPr/>
        </p:nvPicPr>
        <p:blipFill>
          <a:blip r:embed="rId2"/>
          <a:srcRect t="1844" r="1844"/>
          <a:stretch/>
        </p:blipFill>
        <p:spPr>
          <a:xfrm>
            <a:off x="0" y="0"/>
            <a:ext cx="9143640" cy="5143320"/>
          </a:xfrm>
          <a:prstGeom prst="rect">
            <a:avLst/>
          </a:prstGeom>
          <a:noFill/>
          <a:ln w="0">
            <a:noFill/>
          </a:ln>
        </p:spPr>
      </p:pic>
      <p:pic>
        <p:nvPicPr>
          <p:cNvPr id="55" name="Google Shape;299;p13"/>
          <p:cNvPicPr/>
          <p:nvPr/>
        </p:nvPicPr>
        <p:blipFill>
          <a:blip r:embed="rId3">
            <a:alphaModFix amt="60000"/>
          </a:blip>
          <a:srcRect b="1681"/>
          <a:stretch/>
        </p:blipFill>
        <p:spPr>
          <a:xfrm flipH="1">
            <a:off x="6489000" y="0"/>
            <a:ext cx="2740680" cy="5143320"/>
          </a:xfrm>
          <a:prstGeom prst="rect">
            <a:avLst/>
          </a:prstGeom>
          <a:noFill/>
          <a:ln w="0">
            <a:noFill/>
          </a:ln>
        </p:spPr>
      </p:pic>
      <p:grpSp>
        <p:nvGrpSpPr>
          <p:cNvPr id="56" name="Google Shape;300;p13"/>
          <p:cNvGrpSpPr/>
          <p:nvPr/>
        </p:nvGrpSpPr>
        <p:grpSpPr>
          <a:xfrm>
            <a:off x="7427160" y="-528840"/>
            <a:ext cx="2592000" cy="5956200"/>
            <a:chOff x="7427160" y="-528840"/>
            <a:chExt cx="2592000" cy="5956200"/>
          </a:xfrm>
        </p:grpSpPr>
        <p:grpSp>
          <p:nvGrpSpPr>
            <p:cNvPr id="57" name="Google Shape;301;p13"/>
            <p:cNvGrpSpPr/>
            <p:nvPr/>
          </p:nvGrpSpPr>
          <p:grpSpPr>
            <a:xfrm>
              <a:off x="7427160" y="3464280"/>
              <a:ext cx="2007000" cy="1963080"/>
              <a:chOff x="7427160" y="3464280"/>
              <a:chExt cx="2007000" cy="1963080"/>
            </a:xfrm>
          </p:grpSpPr>
          <p:pic>
            <p:nvPicPr>
              <p:cNvPr id="58" name="Google Shape;302;p13"/>
              <p:cNvPicPr/>
              <p:nvPr/>
            </p:nvPicPr>
            <p:blipFill>
              <a:blip r:embed="rId4">
                <a:alphaModFix amt="50000"/>
              </a:blip>
              <a:stretch/>
            </p:blipFill>
            <p:spPr>
              <a:xfrm>
                <a:off x="7427160" y="3464280"/>
                <a:ext cx="2007000" cy="1963080"/>
              </a:xfrm>
              <a:prstGeom prst="rect">
                <a:avLst/>
              </a:prstGeom>
              <a:noFill/>
              <a:ln w="0">
                <a:noFill/>
              </a:ln>
            </p:spPr>
          </p:pic>
          <p:grpSp>
            <p:nvGrpSpPr>
              <p:cNvPr id="59" name="Google Shape;303;p13"/>
              <p:cNvGrpSpPr/>
              <p:nvPr/>
            </p:nvGrpSpPr>
            <p:grpSpPr>
              <a:xfrm>
                <a:off x="8296200" y="3854520"/>
                <a:ext cx="344160" cy="317160"/>
                <a:chOff x="8296200" y="3854520"/>
                <a:chExt cx="344160" cy="317160"/>
              </a:xfrm>
            </p:grpSpPr>
            <p:sp>
              <p:nvSpPr>
                <p:cNvPr id="60" name="Google Shape;304;p13"/>
                <p:cNvSpPr/>
                <p:nvPr/>
              </p:nvSpPr>
              <p:spPr>
                <a:xfrm>
                  <a:off x="8410680" y="39085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 name="Google Shape;305;p13"/>
                <p:cNvSpPr/>
                <p:nvPr/>
              </p:nvSpPr>
              <p:spPr>
                <a:xfrm>
                  <a:off x="8296200" y="40932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 name="Google Shape;306;p13"/>
                <p:cNvSpPr/>
                <p:nvPr/>
              </p:nvSpPr>
              <p:spPr>
                <a:xfrm>
                  <a:off x="8329320" y="38545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 name="Google Shape;307;p13"/>
                <p:cNvSpPr/>
                <p:nvPr/>
              </p:nvSpPr>
              <p:spPr>
                <a:xfrm>
                  <a:off x="8354160" y="40604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4" name="Google Shape;308;p13"/>
              <p:cNvGrpSpPr/>
              <p:nvPr/>
            </p:nvGrpSpPr>
            <p:grpSpPr>
              <a:xfrm>
                <a:off x="7665480" y="3855600"/>
                <a:ext cx="314280" cy="314640"/>
                <a:chOff x="7665480" y="3855600"/>
                <a:chExt cx="314280" cy="314640"/>
              </a:xfrm>
            </p:grpSpPr>
            <p:sp>
              <p:nvSpPr>
                <p:cNvPr id="65" name="Google Shape;309;p13"/>
                <p:cNvSpPr/>
                <p:nvPr/>
              </p:nvSpPr>
              <p:spPr>
                <a:xfrm>
                  <a:off x="7704720" y="38858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310;p13"/>
                <p:cNvSpPr/>
                <p:nvPr/>
              </p:nvSpPr>
              <p:spPr>
                <a:xfrm>
                  <a:off x="7665480" y="385560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7" name="Google Shape;311;p13"/>
              <p:cNvGrpSpPr/>
              <p:nvPr/>
            </p:nvGrpSpPr>
            <p:grpSpPr>
              <a:xfrm>
                <a:off x="7982640" y="4396680"/>
                <a:ext cx="356040" cy="357120"/>
                <a:chOff x="7982640" y="4396680"/>
                <a:chExt cx="356040" cy="357120"/>
              </a:xfrm>
            </p:grpSpPr>
            <p:sp>
              <p:nvSpPr>
                <p:cNvPr id="68" name="Google Shape;312;p13"/>
                <p:cNvSpPr/>
                <p:nvPr/>
              </p:nvSpPr>
              <p:spPr>
                <a:xfrm>
                  <a:off x="8060400" y="460656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 name="Google Shape;313;p13"/>
                <p:cNvSpPr/>
                <p:nvPr/>
              </p:nvSpPr>
              <p:spPr>
                <a:xfrm>
                  <a:off x="8192160" y="460764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 name="Google Shape;314;p13"/>
                <p:cNvSpPr/>
                <p:nvPr/>
              </p:nvSpPr>
              <p:spPr>
                <a:xfrm>
                  <a:off x="8060400" y="447552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Google Shape;315;p13"/>
                <p:cNvSpPr/>
                <p:nvPr/>
              </p:nvSpPr>
              <p:spPr>
                <a:xfrm>
                  <a:off x="8190720" y="447552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 name="Google Shape;316;p13"/>
                <p:cNvSpPr/>
                <p:nvPr/>
              </p:nvSpPr>
              <p:spPr>
                <a:xfrm>
                  <a:off x="8141760" y="455868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 name="Google Shape;317;p13"/>
                <p:cNvSpPr/>
                <p:nvPr/>
              </p:nvSpPr>
              <p:spPr>
                <a:xfrm>
                  <a:off x="8055000" y="447084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 name="Google Shape;318;p13"/>
                <p:cNvSpPr/>
                <p:nvPr/>
              </p:nvSpPr>
              <p:spPr>
                <a:xfrm>
                  <a:off x="7982640" y="439668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5" name="Google Shape;319;p13"/>
              <p:cNvGrpSpPr/>
              <p:nvPr/>
            </p:nvGrpSpPr>
            <p:grpSpPr>
              <a:xfrm>
                <a:off x="8590320" y="4392000"/>
                <a:ext cx="354600" cy="366120"/>
                <a:chOff x="8590320" y="4392000"/>
                <a:chExt cx="354600" cy="366120"/>
              </a:xfrm>
            </p:grpSpPr>
            <p:sp>
              <p:nvSpPr>
                <p:cNvPr id="76" name="Google Shape;320;p13"/>
                <p:cNvSpPr/>
                <p:nvPr/>
              </p:nvSpPr>
              <p:spPr>
                <a:xfrm>
                  <a:off x="8590320" y="439200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 name="Google Shape;321;p13"/>
                <p:cNvSpPr/>
                <p:nvPr/>
              </p:nvSpPr>
              <p:spPr>
                <a:xfrm>
                  <a:off x="8838720" y="471204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 name="Google Shape;322;p13"/>
                <p:cNvSpPr/>
                <p:nvPr/>
              </p:nvSpPr>
              <p:spPr>
                <a:xfrm>
                  <a:off x="8782200" y="464112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9" name="Google Shape;323;p13"/>
              <p:cNvGrpSpPr/>
              <p:nvPr/>
            </p:nvGrpSpPr>
            <p:grpSpPr>
              <a:xfrm>
                <a:off x="8956800" y="3853800"/>
                <a:ext cx="326880" cy="318600"/>
                <a:chOff x="8956800" y="3853800"/>
                <a:chExt cx="326880" cy="318600"/>
              </a:xfrm>
            </p:grpSpPr>
            <p:sp>
              <p:nvSpPr>
                <p:cNvPr id="80" name="Google Shape;324;p13"/>
                <p:cNvSpPr/>
                <p:nvPr/>
              </p:nvSpPr>
              <p:spPr>
                <a:xfrm>
                  <a:off x="9083160" y="415080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 name="Google Shape;325;p13"/>
                <p:cNvSpPr/>
                <p:nvPr/>
              </p:nvSpPr>
              <p:spPr>
                <a:xfrm>
                  <a:off x="8956800" y="397224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2" name="Google Shape;326;p13"/>
                <p:cNvSpPr/>
                <p:nvPr/>
              </p:nvSpPr>
              <p:spPr>
                <a:xfrm>
                  <a:off x="9094680" y="410652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327;p13"/>
                <p:cNvSpPr/>
                <p:nvPr/>
              </p:nvSpPr>
              <p:spPr>
                <a:xfrm>
                  <a:off x="8982000" y="385380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 name="Google Shape;328;p13"/>
                <p:cNvSpPr/>
                <p:nvPr/>
              </p:nvSpPr>
              <p:spPr>
                <a:xfrm>
                  <a:off x="9110520" y="406404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329;p13"/>
                <p:cNvSpPr/>
                <p:nvPr/>
              </p:nvSpPr>
              <p:spPr>
                <a:xfrm>
                  <a:off x="9126000" y="402120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 name="Google Shape;330;p13"/>
                <p:cNvSpPr/>
                <p:nvPr/>
              </p:nvSpPr>
              <p:spPr>
                <a:xfrm>
                  <a:off x="9155160" y="392940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 name="Google Shape;331;p13"/>
                <p:cNvSpPr/>
                <p:nvPr/>
              </p:nvSpPr>
              <p:spPr>
                <a:xfrm>
                  <a:off x="9192600" y="390852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 name="Google Shape;332;p13"/>
                <p:cNvSpPr/>
                <p:nvPr/>
              </p:nvSpPr>
              <p:spPr>
                <a:xfrm>
                  <a:off x="9230040" y="387972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89" name="Google Shape;333;p13"/>
            <p:cNvGrpSpPr/>
            <p:nvPr/>
          </p:nvGrpSpPr>
          <p:grpSpPr>
            <a:xfrm>
              <a:off x="8056080" y="-528840"/>
              <a:ext cx="1963080" cy="2007000"/>
              <a:chOff x="8056080" y="-528840"/>
              <a:chExt cx="1963080" cy="2007000"/>
            </a:xfrm>
          </p:grpSpPr>
          <p:pic>
            <p:nvPicPr>
              <p:cNvPr id="90" name="Google Shape;334;p13"/>
              <p:cNvPicPr/>
              <p:nvPr/>
            </p:nvPicPr>
            <p:blipFill>
              <a:blip r:embed="rId4">
                <a:alphaModFix amt="50000"/>
              </a:blip>
              <a:stretch/>
            </p:blipFill>
            <p:spPr>
              <a:xfrm rot="16200000">
                <a:off x="8034120" y="-506880"/>
                <a:ext cx="2007000" cy="1963080"/>
              </a:xfrm>
              <a:prstGeom prst="rect">
                <a:avLst/>
              </a:prstGeom>
              <a:noFill/>
              <a:ln w="0">
                <a:noFill/>
              </a:ln>
            </p:spPr>
          </p:pic>
          <p:grpSp>
            <p:nvGrpSpPr>
              <p:cNvPr id="91" name="Google Shape;335;p13"/>
              <p:cNvGrpSpPr/>
              <p:nvPr/>
            </p:nvGrpSpPr>
            <p:grpSpPr>
              <a:xfrm>
                <a:off x="8377200" y="837000"/>
                <a:ext cx="461160" cy="460440"/>
                <a:chOff x="8377200" y="837000"/>
                <a:chExt cx="461160" cy="460440"/>
              </a:xfrm>
            </p:grpSpPr>
            <p:sp>
              <p:nvSpPr>
                <p:cNvPr id="92" name="Google Shape;336;p13"/>
                <p:cNvSpPr/>
                <p:nvPr/>
              </p:nvSpPr>
              <p:spPr>
                <a:xfrm>
                  <a:off x="8493840" y="837000"/>
                  <a:ext cx="228600" cy="232560"/>
                </a:xfrm>
                <a:custGeom>
                  <a:avLst/>
                  <a:gdLst>
                    <a:gd name="textAreaLeft" fmla="*/ 0 w 228600"/>
                    <a:gd name="textAreaRight" fmla="*/ 228960 w 228600"/>
                    <a:gd name="textAreaTop" fmla="*/ 0 h 232560"/>
                    <a:gd name="textAreaBottom" fmla="*/ 232920 h 23256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 name="Google Shape;337;p13"/>
                <p:cNvSpPr/>
                <p:nvPr/>
              </p:nvSpPr>
              <p:spPr>
                <a:xfrm>
                  <a:off x="8596080" y="942120"/>
                  <a:ext cx="23040" cy="25560"/>
                </a:xfrm>
                <a:custGeom>
                  <a:avLst/>
                  <a:gdLst>
                    <a:gd name="textAreaLeft" fmla="*/ 0 w 23040"/>
                    <a:gd name="textAreaRight" fmla="*/ 23400 w 23040"/>
                    <a:gd name="textAreaTop" fmla="*/ 0 h 25560"/>
                    <a:gd name="textAreaBottom" fmla="*/ 25920 h 2556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2960" bIns="12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338;p13"/>
                <p:cNvSpPr/>
                <p:nvPr/>
              </p:nvSpPr>
              <p:spPr>
                <a:xfrm>
                  <a:off x="8560440" y="1095480"/>
                  <a:ext cx="93600" cy="201960"/>
                </a:xfrm>
                <a:custGeom>
                  <a:avLst/>
                  <a:gdLst>
                    <a:gd name="textAreaLeft" fmla="*/ 0 w 93600"/>
                    <a:gd name="textAreaRight" fmla="*/ 93960 w 93600"/>
                    <a:gd name="textAreaTop" fmla="*/ 0 h 201960"/>
                    <a:gd name="textAreaBottom" fmla="*/ 202320 h 20196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 name="Google Shape;339;p13"/>
                <p:cNvSpPr/>
                <p:nvPr/>
              </p:nvSpPr>
              <p:spPr>
                <a:xfrm>
                  <a:off x="8377200" y="1049760"/>
                  <a:ext cx="186120" cy="116280"/>
                </a:xfrm>
                <a:custGeom>
                  <a:avLst/>
                  <a:gdLst>
                    <a:gd name="textAreaLeft" fmla="*/ 0 w 186120"/>
                    <a:gd name="textAreaRight" fmla="*/ 186480 w 186120"/>
                    <a:gd name="textAreaTop" fmla="*/ 0 h 116280"/>
                    <a:gd name="textAreaBottom" fmla="*/ 116640 h 11628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340;p13"/>
                <p:cNvSpPr/>
                <p:nvPr/>
              </p:nvSpPr>
              <p:spPr>
                <a:xfrm>
                  <a:off x="8651880" y="1045080"/>
                  <a:ext cx="186480" cy="120960"/>
                </a:xfrm>
                <a:custGeom>
                  <a:avLst/>
                  <a:gdLst>
                    <a:gd name="textAreaLeft" fmla="*/ 0 w 186480"/>
                    <a:gd name="textAreaRight" fmla="*/ 186840 w 186480"/>
                    <a:gd name="textAreaTop" fmla="*/ 0 h 120960"/>
                    <a:gd name="textAreaBottom" fmla="*/ 121320 h 1209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97" name="Google Shape;341;p13"/>
              <p:cNvGrpSpPr/>
              <p:nvPr/>
            </p:nvGrpSpPr>
            <p:grpSpPr>
              <a:xfrm>
                <a:off x="8408160" y="235800"/>
                <a:ext cx="399240" cy="400320"/>
                <a:chOff x="8408160" y="235800"/>
                <a:chExt cx="399240" cy="400320"/>
              </a:xfrm>
            </p:grpSpPr>
            <p:sp>
              <p:nvSpPr>
                <p:cNvPr id="98" name="Google Shape;342;p13"/>
                <p:cNvSpPr/>
                <p:nvPr/>
              </p:nvSpPr>
              <p:spPr>
                <a:xfrm>
                  <a:off x="8562600" y="315000"/>
                  <a:ext cx="87840" cy="106200"/>
                </a:xfrm>
                <a:custGeom>
                  <a:avLst/>
                  <a:gdLst>
                    <a:gd name="textAreaLeft" fmla="*/ 0 w 87840"/>
                    <a:gd name="textAreaRight" fmla="*/ 88200 w 87840"/>
                    <a:gd name="textAreaTop" fmla="*/ 0 h 106200"/>
                    <a:gd name="textAreaBottom" fmla="*/ 106560 h 106200"/>
                  </a:gdLst>
                  <a:ahLst/>
                  <a:cxnLst/>
                  <a:rect l="textAreaLeft" t="textAreaTop" r="textAreaRight" b="textAreaBottom"/>
                  <a:pathLst>
                    <a:path w="452" h="545">
                      <a:moveTo>
                        <a:pt x="452" y="224"/>
                      </a:moveTo>
                      <a:cubicBezTo>
                        <a:pt x="452" y="143"/>
                        <a:pt x="441" y="68"/>
                        <a:pt x="425" y="0"/>
                      </a:cubicBezTo>
                      <a:cubicBezTo>
                        <a:pt x="41" y="0"/>
                        <a:pt x="41" y="0"/>
                        <a:pt x="41" y="0"/>
                      </a:cubicBezTo>
                      <a:cubicBezTo>
                        <a:pt x="0" y="184"/>
                        <a:pt x="12" y="349"/>
                        <a:pt x="58" y="545"/>
                      </a:cubicBezTo>
                      <a:cubicBezTo>
                        <a:pt x="166" y="545"/>
                        <a:pt x="166" y="545"/>
                        <a:pt x="166" y="545"/>
                      </a:cubicBezTo>
                      <a:cubicBezTo>
                        <a:pt x="166" y="302"/>
                        <a:pt x="166" y="302"/>
                        <a:pt x="166" y="302"/>
                      </a:cubicBezTo>
                      <a:cubicBezTo>
                        <a:pt x="166" y="265"/>
                        <a:pt x="196" y="235"/>
                        <a:pt x="233" y="235"/>
                      </a:cubicBezTo>
                      <a:cubicBezTo>
                        <a:pt x="269" y="235"/>
                        <a:pt x="299" y="265"/>
                        <a:pt x="299" y="302"/>
                      </a:cubicBezTo>
                      <a:cubicBezTo>
                        <a:pt x="299" y="545"/>
                        <a:pt x="299" y="545"/>
                        <a:pt x="299" y="545"/>
                      </a:cubicBezTo>
                      <a:cubicBezTo>
                        <a:pt x="418" y="545"/>
                        <a:pt x="418" y="545"/>
                        <a:pt x="418" y="545"/>
                      </a:cubicBezTo>
                      <a:cubicBezTo>
                        <a:pt x="442" y="430"/>
                        <a:pt x="451" y="328"/>
                        <a:pt x="452" y="2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9" name="Google Shape;343;p13"/>
                <p:cNvSpPr/>
                <p:nvPr/>
              </p:nvSpPr>
              <p:spPr>
                <a:xfrm>
                  <a:off x="8576640" y="235800"/>
                  <a:ext cx="62640" cy="52920"/>
                </a:xfrm>
                <a:custGeom>
                  <a:avLst/>
                  <a:gdLst>
                    <a:gd name="textAreaLeft" fmla="*/ 0 w 62640"/>
                    <a:gd name="textAreaRight" fmla="*/ 63000 w 62640"/>
                    <a:gd name="textAreaTop" fmla="*/ 0 h 52920"/>
                    <a:gd name="textAreaBottom" fmla="*/ 53280 h 52920"/>
                  </a:gdLst>
                  <a:ahLst/>
                  <a:cxnLst/>
                  <a:rect l="textAreaLeft" t="textAreaTop" r="textAreaRight" b="textAreaBottom"/>
                  <a:pathLst>
                    <a:path w="323" h="272">
                      <a:moveTo>
                        <a:pt x="140" y="15"/>
                      </a:moveTo>
                      <a:cubicBezTo>
                        <a:pt x="81" y="94"/>
                        <a:pt x="34" y="180"/>
                        <a:pt x="0" y="272"/>
                      </a:cubicBezTo>
                      <a:cubicBezTo>
                        <a:pt x="323" y="272"/>
                        <a:pt x="323" y="272"/>
                        <a:pt x="323" y="272"/>
                      </a:cubicBezTo>
                      <a:cubicBezTo>
                        <a:pt x="301" y="215"/>
                        <a:pt x="277" y="166"/>
                        <a:pt x="254" y="126"/>
                      </a:cubicBezTo>
                      <a:cubicBezTo>
                        <a:pt x="230" y="82"/>
                        <a:pt x="206" y="45"/>
                        <a:pt x="184" y="15"/>
                      </a:cubicBezTo>
                      <a:cubicBezTo>
                        <a:pt x="173" y="0"/>
                        <a:pt x="151" y="0"/>
                        <a:pt x="140"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640" bIns="26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0" name="Google Shape;344;p13"/>
                <p:cNvSpPr/>
                <p:nvPr/>
              </p:nvSpPr>
              <p:spPr>
                <a:xfrm>
                  <a:off x="8669160" y="396720"/>
                  <a:ext cx="14040" cy="43560"/>
                </a:xfrm>
                <a:custGeom>
                  <a:avLst/>
                  <a:gdLst>
                    <a:gd name="textAreaLeft" fmla="*/ 0 w 14040"/>
                    <a:gd name="textAreaRight" fmla="*/ 14400 w 14040"/>
                    <a:gd name="textAreaTop" fmla="*/ 0 h 43560"/>
                    <a:gd name="textAreaBottom" fmla="*/ 43920 h 43560"/>
                  </a:gdLst>
                  <a:ahLst/>
                  <a:cxnLst/>
                  <a:rect l="textAreaLeft" t="textAreaTop" r="textAreaRight" b="textAreaBottom"/>
                  <a:pathLst>
                    <a:path w="75" h="225">
                      <a:moveTo>
                        <a:pt x="0" y="166"/>
                      </a:moveTo>
                      <a:cubicBezTo>
                        <a:pt x="75" y="225"/>
                        <a:pt x="75" y="225"/>
                        <a:pt x="75" y="225"/>
                      </a:cubicBezTo>
                      <a:cubicBezTo>
                        <a:pt x="75" y="46"/>
                        <a:pt x="75" y="46"/>
                        <a:pt x="75" y="46"/>
                      </a:cubicBezTo>
                      <a:cubicBezTo>
                        <a:pt x="27" y="0"/>
                        <a:pt x="27" y="0"/>
                        <a:pt x="27" y="0"/>
                      </a:cubicBezTo>
                      <a:cubicBezTo>
                        <a:pt x="21" y="51"/>
                        <a:pt x="13" y="108"/>
                        <a:pt x="0" y="166"/>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1960" bIns="219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1" name="Google Shape;345;p13"/>
                <p:cNvSpPr/>
                <p:nvPr/>
              </p:nvSpPr>
              <p:spPr>
                <a:xfrm>
                  <a:off x="8408160" y="288000"/>
                  <a:ext cx="142560" cy="175680"/>
                </a:xfrm>
                <a:custGeom>
                  <a:avLst/>
                  <a:gdLst>
                    <a:gd name="textAreaLeft" fmla="*/ 0 w 142560"/>
                    <a:gd name="textAreaRight" fmla="*/ 142920 w 142560"/>
                    <a:gd name="textAreaTop" fmla="*/ 0 h 175680"/>
                    <a:gd name="textAreaBottom" fmla="*/ 176040 h 175680"/>
                  </a:gdLst>
                  <a:ahLst/>
                  <a:cxnLst/>
                  <a:rect l="textAreaLeft" t="textAreaTop" r="textAreaRight" b="textAreaBottom"/>
                  <a:pathLst>
                    <a:path w="733" h="901">
                      <a:moveTo>
                        <a:pt x="0" y="51"/>
                      </a:moveTo>
                      <a:cubicBezTo>
                        <a:pt x="0" y="607"/>
                        <a:pt x="0" y="607"/>
                        <a:pt x="0" y="607"/>
                      </a:cubicBezTo>
                      <a:cubicBezTo>
                        <a:pt x="59" y="618"/>
                        <a:pt x="134" y="641"/>
                        <a:pt x="183" y="678"/>
                      </a:cubicBezTo>
                      <a:cubicBezTo>
                        <a:pt x="235" y="717"/>
                        <a:pt x="276" y="770"/>
                        <a:pt x="302" y="830"/>
                      </a:cubicBezTo>
                      <a:cubicBezTo>
                        <a:pt x="343" y="841"/>
                        <a:pt x="379" y="866"/>
                        <a:pt x="403" y="901"/>
                      </a:cubicBezTo>
                      <a:cubicBezTo>
                        <a:pt x="437" y="893"/>
                        <a:pt x="470" y="882"/>
                        <a:pt x="502" y="869"/>
                      </a:cubicBezTo>
                      <a:cubicBezTo>
                        <a:pt x="502" y="569"/>
                        <a:pt x="502" y="569"/>
                        <a:pt x="502" y="569"/>
                      </a:cubicBezTo>
                      <a:cubicBezTo>
                        <a:pt x="502" y="551"/>
                        <a:pt x="510" y="533"/>
                        <a:pt x="524" y="520"/>
                      </a:cubicBezTo>
                      <a:cubicBezTo>
                        <a:pt x="675" y="382"/>
                        <a:pt x="675" y="382"/>
                        <a:pt x="675" y="382"/>
                      </a:cubicBezTo>
                      <a:cubicBezTo>
                        <a:pt x="672" y="252"/>
                        <a:pt x="692" y="122"/>
                        <a:pt x="733" y="0"/>
                      </a:cubicBezTo>
                      <a:cubicBezTo>
                        <a:pt x="51" y="0"/>
                        <a:pt x="51" y="0"/>
                        <a:pt x="51" y="0"/>
                      </a:cubicBezTo>
                      <a:cubicBezTo>
                        <a:pt x="23" y="0"/>
                        <a:pt x="0" y="22"/>
                        <a:pt x="0" y="5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 name="Google Shape;346;p13"/>
                <p:cNvSpPr/>
                <p:nvPr/>
              </p:nvSpPr>
              <p:spPr>
                <a:xfrm>
                  <a:off x="8664840" y="288000"/>
                  <a:ext cx="142560" cy="175320"/>
                </a:xfrm>
                <a:custGeom>
                  <a:avLst/>
                  <a:gdLst>
                    <a:gd name="textAreaLeft" fmla="*/ 0 w 142560"/>
                    <a:gd name="textAreaRight" fmla="*/ 142920 w 142560"/>
                    <a:gd name="textAreaTop" fmla="*/ 0 h 175320"/>
                    <a:gd name="textAreaBottom" fmla="*/ 175680 h 175320"/>
                  </a:gdLst>
                  <a:ahLst/>
                  <a:cxnLst/>
                  <a:rect l="textAreaLeft" t="textAreaTop" r="textAreaRight" b="textAreaBottom"/>
                  <a:pathLst>
                    <a:path w="732" h="898">
                      <a:moveTo>
                        <a:pt x="323" y="898"/>
                      </a:moveTo>
                      <a:cubicBezTo>
                        <a:pt x="350" y="860"/>
                        <a:pt x="392" y="834"/>
                        <a:pt x="439" y="827"/>
                      </a:cubicBezTo>
                      <a:cubicBezTo>
                        <a:pt x="490" y="721"/>
                        <a:pt x="612" y="648"/>
                        <a:pt x="732" y="628"/>
                      </a:cubicBezTo>
                      <a:cubicBezTo>
                        <a:pt x="732" y="51"/>
                        <a:pt x="732" y="51"/>
                        <a:pt x="732" y="51"/>
                      </a:cubicBezTo>
                      <a:cubicBezTo>
                        <a:pt x="732" y="22"/>
                        <a:pt x="709" y="0"/>
                        <a:pt x="681" y="0"/>
                      </a:cubicBezTo>
                      <a:cubicBezTo>
                        <a:pt x="0" y="0"/>
                        <a:pt x="0" y="0"/>
                        <a:pt x="0" y="0"/>
                      </a:cubicBezTo>
                      <a:cubicBezTo>
                        <a:pt x="38" y="109"/>
                        <a:pt x="64" y="244"/>
                        <a:pt x="61" y="384"/>
                      </a:cubicBezTo>
                      <a:cubicBezTo>
                        <a:pt x="210" y="528"/>
                        <a:pt x="210" y="528"/>
                        <a:pt x="210" y="528"/>
                      </a:cubicBezTo>
                      <a:cubicBezTo>
                        <a:pt x="223" y="540"/>
                        <a:pt x="230" y="557"/>
                        <a:pt x="230" y="576"/>
                      </a:cubicBezTo>
                      <a:cubicBezTo>
                        <a:pt x="230" y="866"/>
                        <a:pt x="230" y="866"/>
                        <a:pt x="230" y="866"/>
                      </a:cubicBezTo>
                      <a:cubicBezTo>
                        <a:pt x="260" y="879"/>
                        <a:pt x="291" y="890"/>
                        <a:pt x="323" y="8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 name="Google Shape;347;p13"/>
                <p:cNvSpPr/>
                <p:nvPr/>
              </p:nvSpPr>
              <p:spPr>
                <a:xfrm>
                  <a:off x="8408160" y="433080"/>
                  <a:ext cx="133560" cy="126000"/>
                </a:xfrm>
                <a:custGeom>
                  <a:avLst/>
                  <a:gdLst>
                    <a:gd name="textAreaLeft" fmla="*/ 0 w 133560"/>
                    <a:gd name="textAreaRight" fmla="*/ 133920 w 133560"/>
                    <a:gd name="textAreaTop" fmla="*/ 0 h 126000"/>
                    <a:gd name="textAreaBottom" fmla="*/ 126360 h 126000"/>
                  </a:gdLst>
                  <a:ahLst/>
                  <a:cxnLst/>
                  <a:rect l="textAreaLeft" t="textAreaTop" r="textAreaRight" b="textAreaBottom"/>
                  <a:pathLst>
                    <a:path w="687" h="646">
                      <a:moveTo>
                        <a:pt x="657" y="590"/>
                      </a:moveTo>
                      <a:cubicBezTo>
                        <a:pt x="657" y="429"/>
                        <a:pt x="525" y="298"/>
                        <a:pt x="364" y="298"/>
                      </a:cubicBezTo>
                      <a:cubicBezTo>
                        <a:pt x="336" y="298"/>
                        <a:pt x="306" y="278"/>
                        <a:pt x="299" y="247"/>
                      </a:cubicBezTo>
                      <a:cubicBezTo>
                        <a:pt x="295" y="227"/>
                        <a:pt x="277" y="214"/>
                        <a:pt x="257" y="214"/>
                      </a:cubicBezTo>
                      <a:cubicBezTo>
                        <a:pt x="256" y="214"/>
                        <a:pt x="256" y="214"/>
                        <a:pt x="256" y="214"/>
                      </a:cubicBezTo>
                      <a:cubicBezTo>
                        <a:pt x="226" y="215"/>
                        <a:pt x="199" y="195"/>
                        <a:pt x="190" y="166"/>
                      </a:cubicBezTo>
                      <a:cubicBezTo>
                        <a:pt x="165" y="83"/>
                        <a:pt x="80" y="22"/>
                        <a:pt x="0" y="0"/>
                      </a:cubicBezTo>
                      <a:cubicBezTo>
                        <a:pt x="0" y="595"/>
                        <a:pt x="0" y="595"/>
                        <a:pt x="0" y="595"/>
                      </a:cubicBezTo>
                      <a:cubicBezTo>
                        <a:pt x="0" y="624"/>
                        <a:pt x="23" y="646"/>
                        <a:pt x="51" y="646"/>
                      </a:cubicBezTo>
                      <a:cubicBezTo>
                        <a:pt x="687" y="646"/>
                        <a:pt x="687" y="646"/>
                        <a:pt x="687" y="646"/>
                      </a:cubicBezTo>
                      <a:cubicBezTo>
                        <a:pt x="669" y="635"/>
                        <a:pt x="657" y="614"/>
                        <a:pt x="657" y="5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 name="Google Shape;348;p13"/>
                <p:cNvSpPr/>
                <p:nvPr/>
              </p:nvSpPr>
              <p:spPr>
                <a:xfrm>
                  <a:off x="8672040" y="437040"/>
                  <a:ext cx="135360" cy="122040"/>
                </a:xfrm>
                <a:custGeom>
                  <a:avLst/>
                  <a:gdLst>
                    <a:gd name="textAreaLeft" fmla="*/ 0 w 135360"/>
                    <a:gd name="textAreaRight" fmla="*/ 135720 w 135360"/>
                    <a:gd name="textAreaTop" fmla="*/ 0 h 122040"/>
                    <a:gd name="textAreaBottom" fmla="*/ 122400 h 122040"/>
                  </a:gdLst>
                  <a:ahLst/>
                  <a:cxnLst/>
                  <a:rect l="textAreaLeft" t="textAreaTop" r="textAreaRight" b="textAreaBottom"/>
                  <a:pathLst>
                    <a:path w="696" h="627">
                      <a:moveTo>
                        <a:pt x="696" y="0"/>
                      </a:moveTo>
                      <a:cubicBezTo>
                        <a:pt x="617" y="20"/>
                        <a:pt x="536" y="74"/>
                        <a:pt x="512" y="150"/>
                      </a:cubicBezTo>
                      <a:cubicBezTo>
                        <a:pt x="502" y="181"/>
                        <a:pt x="470" y="200"/>
                        <a:pt x="438" y="195"/>
                      </a:cubicBezTo>
                      <a:cubicBezTo>
                        <a:pt x="416" y="192"/>
                        <a:pt x="394" y="206"/>
                        <a:pt x="389" y="228"/>
                      </a:cubicBezTo>
                      <a:cubicBezTo>
                        <a:pt x="382" y="255"/>
                        <a:pt x="358" y="278"/>
                        <a:pt x="325" y="278"/>
                      </a:cubicBezTo>
                      <a:cubicBezTo>
                        <a:pt x="163" y="278"/>
                        <a:pt x="32" y="409"/>
                        <a:pt x="32" y="571"/>
                      </a:cubicBezTo>
                      <a:cubicBezTo>
                        <a:pt x="32" y="595"/>
                        <a:pt x="19" y="616"/>
                        <a:pt x="0" y="627"/>
                      </a:cubicBezTo>
                      <a:cubicBezTo>
                        <a:pt x="645" y="627"/>
                        <a:pt x="645" y="627"/>
                        <a:pt x="645" y="627"/>
                      </a:cubicBezTo>
                      <a:cubicBezTo>
                        <a:pt x="673" y="627"/>
                        <a:pt x="696" y="605"/>
                        <a:pt x="696" y="576"/>
                      </a:cubicBezTo>
                      <a:cubicBezTo>
                        <a:pt x="696" y="0"/>
                        <a:pt x="696" y="0"/>
                        <a:pt x="696"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 name="Google Shape;349;p13"/>
                <p:cNvSpPr/>
                <p:nvPr/>
              </p:nvSpPr>
              <p:spPr>
                <a:xfrm>
                  <a:off x="8444520" y="585720"/>
                  <a:ext cx="326520" cy="50400"/>
                </a:xfrm>
                <a:custGeom>
                  <a:avLst/>
                  <a:gdLst>
                    <a:gd name="textAreaLeft" fmla="*/ 0 w 326520"/>
                    <a:gd name="textAreaRight" fmla="*/ 326880 w 326520"/>
                    <a:gd name="textAreaTop" fmla="*/ 0 h 50400"/>
                    <a:gd name="textAreaBottom" fmla="*/ 50760 h 50400"/>
                  </a:gdLst>
                  <a:ahLst/>
                  <a:cxnLst/>
                  <a:rect l="textAreaLeft" t="textAreaTop" r="textAreaRight" b="textAreaBottom"/>
                  <a:pathLst>
                    <a:path w="1675" h="260">
                      <a:moveTo>
                        <a:pt x="1586" y="127"/>
                      </a:moveTo>
                      <a:cubicBezTo>
                        <a:pt x="1299" y="127"/>
                        <a:pt x="1299" y="127"/>
                        <a:pt x="1299" y="127"/>
                      </a:cubicBezTo>
                      <a:cubicBezTo>
                        <a:pt x="1299" y="0"/>
                        <a:pt x="1299" y="0"/>
                        <a:pt x="1299" y="0"/>
                      </a:cubicBezTo>
                      <a:cubicBezTo>
                        <a:pt x="375" y="0"/>
                        <a:pt x="375" y="0"/>
                        <a:pt x="375" y="0"/>
                      </a:cubicBezTo>
                      <a:cubicBezTo>
                        <a:pt x="375" y="127"/>
                        <a:pt x="375" y="127"/>
                        <a:pt x="375" y="127"/>
                      </a:cubicBezTo>
                      <a:cubicBezTo>
                        <a:pt x="89" y="127"/>
                        <a:pt x="89" y="127"/>
                        <a:pt x="89" y="127"/>
                      </a:cubicBezTo>
                      <a:cubicBezTo>
                        <a:pt x="0" y="131"/>
                        <a:pt x="1" y="257"/>
                        <a:pt x="89" y="260"/>
                      </a:cubicBezTo>
                      <a:cubicBezTo>
                        <a:pt x="1586" y="260"/>
                        <a:pt x="1586" y="260"/>
                        <a:pt x="1586" y="260"/>
                      </a:cubicBezTo>
                      <a:cubicBezTo>
                        <a:pt x="1675" y="257"/>
                        <a:pt x="1674" y="131"/>
                        <a:pt x="1586" y="12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200" bIns="25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6" name="Google Shape;350;p13"/>
                <p:cNvSpPr/>
                <p:nvPr/>
              </p:nvSpPr>
              <p:spPr>
                <a:xfrm>
                  <a:off x="8532000" y="395280"/>
                  <a:ext cx="16920" cy="46800"/>
                </a:xfrm>
                <a:custGeom>
                  <a:avLst/>
                  <a:gdLst>
                    <a:gd name="textAreaLeft" fmla="*/ 0 w 16920"/>
                    <a:gd name="textAreaRight" fmla="*/ 17280 w 16920"/>
                    <a:gd name="textAreaTop" fmla="*/ 0 h 46800"/>
                    <a:gd name="textAreaBottom" fmla="*/ 47160 h 46800"/>
                  </a:gdLst>
                  <a:ahLst/>
                  <a:cxnLst/>
                  <a:rect l="textAreaLeft" t="textAreaTop" r="textAreaRight" b="textAreaBottom"/>
                  <a:pathLst>
                    <a:path w="88" h="241">
                      <a:moveTo>
                        <a:pt x="0" y="241"/>
                      </a:moveTo>
                      <a:cubicBezTo>
                        <a:pt x="88" y="174"/>
                        <a:pt x="88" y="174"/>
                        <a:pt x="88" y="174"/>
                      </a:cubicBezTo>
                      <a:cubicBezTo>
                        <a:pt x="73" y="116"/>
                        <a:pt x="62" y="57"/>
                        <a:pt x="54" y="0"/>
                      </a:cubicBezTo>
                      <a:cubicBezTo>
                        <a:pt x="0" y="49"/>
                        <a:pt x="0" y="49"/>
                        <a:pt x="0" y="49"/>
                      </a:cubicBezTo>
                      <a:cubicBezTo>
                        <a:pt x="0" y="241"/>
                        <a:pt x="0" y="241"/>
                        <a:pt x="0" y="24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400" bIns="234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351;p13"/>
                <p:cNvSpPr/>
                <p:nvPr/>
              </p:nvSpPr>
              <p:spPr>
                <a:xfrm>
                  <a:off x="8523360" y="447480"/>
                  <a:ext cx="168480" cy="111600"/>
                </a:xfrm>
                <a:custGeom>
                  <a:avLst/>
                  <a:gdLst>
                    <a:gd name="textAreaLeft" fmla="*/ 0 w 168480"/>
                    <a:gd name="textAreaRight" fmla="*/ 168840 w 168480"/>
                    <a:gd name="textAreaTop" fmla="*/ 0 h 111600"/>
                    <a:gd name="textAreaBottom" fmla="*/ 111960 h 111600"/>
                  </a:gdLst>
                  <a:ahLst/>
                  <a:cxnLst/>
                  <a:rect l="textAreaLeft" t="textAreaTop" r="textAreaRight" b="textAreaBottom"/>
                  <a:pathLst>
                    <a:path w="865" h="573">
                      <a:moveTo>
                        <a:pt x="297" y="573"/>
                      </a:moveTo>
                      <a:cubicBezTo>
                        <a:pt x="562" y="573"/>
                        <a:pt x="562" y="573"/>
                        <a:pt x="562" y="573"/>
                      </a:cubicBezTo>
                      <a:cubicBezTo>
                        <a:pt x="577" y="523"/>
                        <a:pt x="615" y="481"/>
                        <a:pt x="663" y="462"/>
                      </a:cubicBezTo>
                      <a:cubicBezTo>
                        <a:pt x="680" y="331"/>
                        <a:pt x="757" y="219"/>
                        <a:pt x="865" y="153"/>
                      </a:cubicBezTo>
                      <a:cubicBezTo>
                        <a:pt x="863" y="152"/>
                        <a:pt x="862" y="151"/>
                        <a:pt x="860" y="150"/>
                      </a:cubicBezTo>
                      <a:cubicBezTo>
                        <a:pt x="858" y="149"/>
                        <a:pt x="856" y="148"/>
                        <a:pt x="854" y="147"/>
                      </a:cubicBezTo>
                      <a:cubicBezTo>
                        <a:pt x="819" y="128"/>
                        <a:pt x="785" y="106"/>
                        <a:pt x="754" y="82"/>
                      </a:cubicBezTo>
                      <a:cubicBezTo>
                        <a:pt x="649" y="0"/>
                        <a:pt x="649" y="0"/>
                        <a:pt x="649" y="0"/>
                      </a:cubicBezTo>
                      <a:cubicBezTo>
                        <a:pt x="229" y="0"/>
                        <a:pt x="229" y="0"/>
                        <a:pt x="229" y="0"/>
                      </a:cubicBezTo>
                      <a:cubicBezTo>
                        <a:pt x="117" y="86"/>
                        <a:pt x="117" y="86"/>
                        <a:pt x="117" y="86"/>
                      </a:cubicBezTo>
                      <a:cubicBezTo>
                        <a:pt x="80" y="113"/>
                        <a:pt x="41" y="137"/>
                        <a:pt x="0" y="158"/>
                      </a:cubicBezTo>
                      <a:cubicBezTo>
                        <a:pt x="105" y="224"/>
                        <a:pt x="179" y="334"/>
                        <a:pt x="195" y="463"/>
                      </a:cubicBezTo>
                      <a:cubicBezTo>
                        <a:pt x="244" y="482"/>
                        <a:pt x="282" y="523"/>
                        <a:pt x="297" y="573"/>
                      </a:cubicBezTo>
                      <a:close/>
                      <a:moveTo>
                        <a:pt x="389" y="339"/>
                      </a:moveTo>
                      <a:cubicBezTo>
                        <a:pt x="415" y="313"/>
                        <a:pt x="457" y="313"/>
                        <a:pt x="483" y="339"/>
                      </a:cubicBezTo>
                      <a:cubicBezTo>
                        <a:pt x="543" y="404"/>
                        <a:pt x="454" y="493"/>
                        <a:pt x="389" y="433"/>
                      </a:cubicBezTo>
                      <a:cubicBezTo>
                        <a:pt x="363" y="407"/>
                        <a:pt x="363" y="365"/>
                        <a:pt x="389" y="33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8" name="Google Shape;352;p13"/>
              <p:cNvGrpSpPr/>
              <p:nvPr/>
            </p:nvGrpSpPr>
            <p:grpSpPr>
              <a:xfrm>
                <a:off x="8993160" y="584640"/>
                <a:ext cx="344160" cy="317160"/>
                <a:chOff x="8993160" y="584640"/>
                <a:chExt cx="344160" cy="317160"/>
              </a:xfrm>
            </p:grpSpPr>
            <p:sp>
              <p:nvSpPr>
                <p:cNvPr id="109" name="Google Shape;353;p13"/>
                <p:cNvSpPr/>
                <p:nvPr/>
              </p:nvSpPr>
              <p:spPr>
                <a:xfrm>
                  <a:off x="9108000" y="6386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 name="Google Shape;354;p13"/>
                <p:cNvSpPr/>
                <p:nvPr/>
              </p:nvSpPr>
              <p:spPr>
                <a:xfrm>
                  <a:off x="8993160" y="82332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Google Shape;355;p13"/>
                <p:cNvSpPr/>
                <p:nvPr/>
              </p:nvSpPr>
              <p:spPr>
                <a:xfrm>
                  <a:off x="9026280" y="58464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 name="Google Shape;356;p13"/>
                <p:cNvSpPr/>
                <p:nvPr/>
              </p:nvSpPr>
              <p:spPr>
                <a:xfrm>
                  <a:off x="9051120" y="7905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113" name="Google Shape;357;p13"/>
          <p:cNvGrpSpPr/>
          <p:nvPr/>
        </p:nvGrpSpPr>
        <p:grpSpPr>
          <a:xfrm>
            <a:off x="-3638160" y="-2808720"/>
            <a:ext cx="5889960" cy="9371520"/>
            <a:chOff x="-3638160" y="-2808720"/>
            <a:chExt cx="5889960" cy="9371520"/>
          </a:xfrm>
        </p:grpSpPr>
        <p:pic>
          <p:nvPicPr>
            <p:cNvPr id="114" name="Google Shape;358;p13"/>
            <p:cNvPicPr/>
            <p:nvPr/>
          </p:nvPicPr>
          <p:blipFill>
            <a:blip r:embed="rId5">
              <a:alphaModFix amt="50000"/>
            </a:blip>
            <a:stretch/>
          </p:blipFill>
          <p:spPr>
            <a:xfrm rot="3138600">
              <a:off x="-1972440" y="-2080440"/>
              <a:ext cx="3541680" cy="3464640"/>
            </a:xfrm>
            <a:prstGeom prst="rect">
              <a:avLst/>
            </a:prstGeom>
            <a:noFill/>
            <a:ln w="0">
              <a:noFill/>
            </a:ln>
          </p:spPr>
        </p:pic>
        <p:pic>
          <p:nvPicPr>
            <p:cNvPr id="115" name="Google Shape;359;p13"/>
            <p:cNvPicPr/>
            <p:nvPr/>
          </p:nvPicPr>
          <p:blipFill>
            <a:blip r:embed="rId5">
              <a:alphaModFix amt="50000"/>
            </a:blip>
            <a:stretch/>
          </p:blipFill>
          <p:spPr>
            <a:xfrm rot="2023800">
              <a:off x="-2974320" y="2406240"/>
              <a:ext cx="3541680" cy="3464640"/>
            </a:xfrm>
            <a:prstGeom prst="rect">
              <a:avLst/>
            </a:prstGeom>
            <a:noFill/>
            <a:ln w="0">
              <a:noFill/>
            </a:ln>
          </p:spPr>
        </p:pic>
      </p:grpSp>
      <p:sp>
        <p:nvSpPr>
          <p:cNvPr id="11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17" name="PlaceHolder 2"/>
          <p:cNvSpPr>
            <a:spLocks noGrp="1"/>
          </p:cNvSpPr>
          <p:nvPr>
            <p:ph type="title"/>
          </p:nvPr>
        </p:nvSpPr>
        <p:spPr>
          <a:xfrm>
            <a:off x="720000" y="135540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u="none" strike="noStrike">
                <a:solidFill>
                  <a:schemeClr val="lt1"/>
                </a:solidFill>
                <a:effectLst/>
                <a:uFillTx/>
                <a:latin typeface="Montserrat"/>
                <a:ea typeface="Montserrat"/>
              </a:rPr>
              <a:t>xx%</a:t>
            </a:r>
            <a:endParaRPr lang="fr-FR" sz="3000" b="0" u="none" strike="noStrike">
              <a:solidFill>
                <a:schemeClr val="dk1"/>
              </a:solidFill>
              <a:effectLst/>
              <a:uFillTx/>
              <a:latin typeface="Arial"/>
            </a:endParaRPr>
          </a:p>
        </p:txBody>
      </p:sp>
      <p:sp>
        <p:nvSpPr>
          <p:cNvPr id="118" name="PlaceHolder 3"/>
          <p:cNvSpPr>
            <a:spLocks noGrp="1"/>
          </p:cNvSpPr>
          <p:nvPr>
            <p:ph type="title"/>
          </p:nvPr>
        </p:nvSpPr>
        <p:spPr>
          <a:xfrm>
            <a:off x="3958560" y="249228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u="none" strike="noStrike">
                <a:solidFill>
                  <a:schemeClr val="lt1"/>
                </a:solidFill>
                <a:effectLst/>
                <a:uFillTx/>
                <a:latin typeface="Montserrat"/>
                <a:ea typeface="Montserrat"/>
              </a:rPr>
              <a:t>xx%</a:t>
            </a:r>
            <a:endParaRPr lang="fr-FR" sz="3000" b="0" u="none" strike="noStrike">
              <a:solidFill>
                <a:schemeClr val="dk1"/>
              </a:solidFill>
              <a:effectLst/>
              <a:uFillTx/>
              <a:latin typeface="Arial"/>
            </a:endParaRPr>
          </a:p>
        </p:txBody>
      </p:sp>
      <p:sp>
        <p:nvSpPr>
          <p:cNvPr id="119" name="PlaceHolder 4"/>
          <p:cNvSpPr>
            <a:spLocks noGrp="1"/>
          </p:cNvSpPr>
          <p:nvPr>
            <p:ph type="title"/>
          </p:nvPr>
        </p:nvSpPr>
        <p:spPr>
          <a:xfrm>
            <a:off x="3958560" y="135540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u="none" strike="noStrike">
                <a:solidFill>
                  <a:schemeClr val="lt1"/>
                </a:solidFill>
                <a:effectLst/>
                <a:uFillTx/>
                <a:latin typeface="Montserrat"/>
                <a:ea typeface="Montserrat"/>
              </a:rPr>
              <a:t>xx%</a:t>
            </a:r>
            <a:endParaRPr lang="fr-FR" sz="3000" b="0" u="none" strike="noStrike">
              <a:solidFill>
                <a:schemeClr val="dk1"/>
              </a:solidFill>
              <a:effectLst/>
              <a:uFillTx/>
              <a:latin typeface="Arial"/>
            </a:endParaRPr>
          </a:p>
        </p:txBody>
      </p:sp>
      <p:sp>
        <p:nvSpPr>
          <p:cNvPr id="120" name="PlaceHolder 5"/>
          <p:cNvSpPr>
            <a:spLocks noGrp="1"/>
          </p:cNvSpPr>
          <p:nvPr>
            <p:ph type="title"/>
          </p:nvPr>
        </p:nvSpPr>
        <p:spPr>
          <a:xfrm>
            <a:off x="720000" y="362916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u="none" strike="noStrike">
                <a:solidFill>
                  <a:schemeClr val="lt1"/>
                </a:solidFill>
                <a:effectLst/>
                <a:uFillTx/>
                <a:latin typeface="Montserrat"/>
                <a:ea typeface="Montserrat"/>
              </a:rPr>
              <a:t>xx%</a:t>
            </a:r>
            <a:endParaRPr lang="fr-FR" sz="3000" b="0" u="none" strike="noStrike">
              <a:solidFill>
                <a:schemeClr val="dk1"/>
              </a:solidFill>
              <a:effectLst/>
              <a:uFillTx/>
              <a:latin typeface="Arial"/>
            </a:endParaRPr>
          </a:p>
        </p:txBody>
      </p:sp>
      <p:sp>
        <p:nvSpPr>
          <p:cNvPr id="121" name="PlaceHolder 6"/>
          <p:cNvSpPr>
            <a:spLocks noGrp="1"/>
          </p:cNvSpPr>
          <p:nvPr>
            <p:ph type="title"/>
          </p:nvPr>
        </p:nvSpPr>
        <p:spPr>
          <a:xfrm>
            <a:off x="720000" y="249228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u="none" strike="noStrike">
                <a:solidFill>
                  <a:schemeClr val="lt1"/>
                </a:solidFill>
                <a:effectLst/>
                <a:uFillTx/>
                <a:latin typeface="Montserrat"/>
                <a:ea typeface="Montserrat"/>
              </a:rPr>
              <a:t>xx%</a:t>
            </a:r>
            <a:endParaRPr lang="fr-FR" sz="3000" b="0" u="none" strike="noStrike">
              <a:solidFill>
                <a:schemeClr val="dk1"/>
              </a:solidFill>
              <a:effectLst/>
              <a:uFillTx/>
              <a:latin typeface="Arial"/>
            </a:endParaRPr>
          </a:p>
        </p:txBody>
      </p:sp>
      <p:sp>
        <p:nvSpPr>
          <p:cNvPr id="122" name="PlaceHolder 7"/>
          <p:cNvSpPr>
            <a:spLocks noGrp="1"/>
          </p:cNvSpPr>
          <p:nvPr>
            <p:ph type="title"/>
          </p:nvPr>
        </p:nvSpPr>
        <p:spPr>
          <a:xfrm>
            <a:off x="3958560" y="3629160"/>
            <a:ext cx="823320" cy="447120"/>
          </a:xfrm>
          <a:prstGeom prst="rect">
            <a:avLst/>
          </a:prstGeom>
          <a:noFill/>
          <a:ln w="0">
            <a:noFill/>
          </a:ln>
        </p:spPr>
        <p:txBody>
          <a:bodyPr lIns="91440" tIns="91440" rIns="91440" bIns="91440" anchor="b">
            <a:noAutofit/>
          </a:bodyPr>
          <a:lstStyle/>
          <a:p>
            <a:pPr indent="0">
              <a:lnSpc>
                <a:spcPct val="100000"/>
              </a:lnSpc>
              <a:buNone/>
            </a:pPr>
            <a:r>
              <a:rPr lang="fr-FR" sz="3000" b="0" u="none" strike="noStrike">
                <a:solidFill>
                  <a:schemeClr val="lt1"/>
                </a:solidFill>
                <a:effectLst/>
                <a:uFillTx/>
                <a:latin typeface="Montserrat"/>
                <a:ea typeface="Montserrat"/>
              </a:rPr>
              <a:t>xx%</a:t>
            </a:r>
            <a:endParaRPr lang="fr-FR" sz="3000" b="0" u="none" strike="noStrike">
              <a:solidFill>
                <a:schemeClr val="dk1"/>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pic>
        <p:nvPicPr>
          <p:cNvPr id="123" name="Google Shape;374;p14"/>
          <p:cNvPicPr/>
          <p:nvPr/>
        </p:nvPicPr>
        <p:blipFill>
          <a:blip r:embed="rId2"/>
          <a:srcRect t="1844" r="1844"/>
          <a:stretch/>
        </p:blipFill>
        <p:spPr>
          <a:xfrm flipH="1">
            <a:off x="360" y="0"/>
            <a:ext cx="9143640" cy="5143320"/>
          </a:xfrm>
          <a:prstGeom prst="rect">
            <a:avLst/>
          </a:prstGeom>
          <a:noFill/>
          <a:ln w="0">
            <a:noFill/>
          </a:ln>
        </p:spPr>
      </p:pic>
      <p:pic>
        <p:nvPicPr>
          <p:cNvPr id="124" name="Google Shape;375;p14"/>
          <p:cNvPicPr/>
          <p:nvPr/>
        </p:nvPicPr>
        <p:blipFill>
          <a:blip r:embed="rId3">
            <a:alphaModFix amt="60000"/>
          </a:blip>
          <a:srcRect b="1681"/>
          <a:stretch/>
        </p:blipFill>
        <p:spPr>
          <a:xfrm flipH="1">
            <a:off x="6489000" y="0"/>
            <a:ext cx="2740680" cy="5143320"/>
          </a:xfrm>
          <a:prstGeom prst="rect">
            <a:avLst/>
          </a:prstGeom>
          <a:noFill/>
          <a:ln w="0">
            <a:noFill/>
          </a:ln>
        </p:spPr>
      </p:pic>
      <p:grpSp>
        <p:nvGrpSpPr>
          <p:cNvPr id="125" name="Google Shape;376;p14"/>
          <p:cNvGrpSpPr/>
          <p:nvPr/>
        </p:nvGrpSpPr>
        <p:grpSpPr>
          <a:xfrm>
            <a:off x="-1880280" y="-2238480"/>
            <a:ext cx="12745800" cy="9193680"/>
            <a:chOff x="-1880280" y="-2238480"/>
            <a:chExt cx="12745800" cy="9193680"/>
          </a:xfrm>
        </p:grpSpPr>
        <p:pic>
          <p:nvPicPr>
            <p:cNvPr id="126" name="Google Shape;377;p14"/>
            <p:cNvPicPr/>
            <p:nvPr/>
          </p:nvPicPr>
          <p:blipFill>
            <a:blip r:embed="rId4">
              <a:alphaModFix amt="50000"/>
            </a:blip>
            <a:stretch/>
          </p:blipFill>
          <p:spPr>
            <a:xfrm rot="14977800" flipH="1">
              <a:off x="6854040" y="2959560"/>
              <a:ext cx="3541680" cy="3464640"/>
            </a:xfrm>
            <a:prstGeom prst="rect">
              <a:avLst/>
            </a:prstGeom>
            <a:noFill/>
            <a:ln w="0">
              <a:noFill/>
            </a:ln>
          </p:spPr>
        </p:pic>
        <p:pic>
          <p:nvPicPr>
            <p:cNvPr id="127" name="Google Shape;378;p14"/>
            <p:cNvPicPr/>
            <p:nvPr/>
          </p:nvPicPr>
          <p:blipFill>
            <a:blip r:embed="rId4">
              <a:alphaModFix amt="50000"/>
            </a:blip>
            <a:stretch/>
          </p:blipFill>
          <p:spPr>
            <a:xfrm rot="16919400" flipH="1">
              <a:off x="-1588680" y="-1878840"/>
              <a:ext cx="3541680" cy="3464640"/>
            </a:xfrm>
            <a:prstGeom prst="rect">
              <a:avLst/>
            </a:prstGeom>
            <a:noFill/>
            <a:ln w="0">
              <a:noFill/>
            </a:ln>
          </p:spPr>
        </p:pic>
      </p:grpSp>
      <p:grpSp>
        <p:nvGrpSpPr>
          <p:cNvPr id="128" name="Google Shape;379;p14"/>
          <p:cNvGrpSpPr/>
          <p:nvPr/>
        </p:nvGrpSpPr>
        <p:grpSpPr>
          <a:xfrm>
            <a:off x="7748280" y="-749880"/>
            <a:ext cx="1963080" cy="2057760"/>
            <a:chOff x="7748280" y="-749880"/>
            <a:chExt cx="1963080" cy="2057760"/>
          </a:xfrm>
        </p:grpSpPr>
        <p:pic>
          <p:nvPicPr>
            <p:cNvPr id="129" name="Google Shape;380;p14"/>
            <p:cNvPicPr/>
            <p:nvPr/>
          </p:nvPicPr>
          <p:blipFill>
            <a:blip r:embed="rId5">
              <a:alphaModFix amt="50000"/>
            </a:blip>
            <a:stretch/>
          </p:blipFill>
          <p:spPr>
            <a:xfrm rot="16200000">
              <a:off x="7726320" y="-727920"/>
              <a:ext cx="2007000" cy="1963080"/>
            </a:xfrm>
            <a:prstGeom prst="rect">
              <a:avLst/>
            </a:prstGeom>
            <a:noFill/>
            <a:ln w="0">
              <a:noFill/>
            </a:ln>
          </p:spPr>
        </p:pic>
        <p:grpSp>
          <p:nvGrpSpPr>
            <p:cNvPr id="130" name="Google Shape;381;p14"/>
            <p:cNvGrpSpPr/>
            <p:nvPr/>
          </p:nvGrpSpPr>
          <p:grpSpPr>
            <a:xfrm>
              <a:off x="8696880" y="990720"/>
              <a:ext cx="344520" cy="317160"/>
              <a:chOff x="8696880" y="990720"/>
              <a:chExt cx="344520" cy="317160"/>
            </a:xfrm>
          </p:grpSpPr>
          <p:sp>
            <p:nvSpPr>
              <p:cNvPr id="131" name="Google Shape;382;p14"/>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2" name="Google Shape;383;p14"/>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384;p14"/>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385;p14"/>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35" name="Google Shape;386;p14"/>
            <p:cNvGrpSpPr/>
            <p:nvPr/>
          </p:nvGrpSpPr>
          <p:grpSpPr>
            <a:xfrm>
              <a:off x="8691120" y="332640"/>
              <a:ext cx="356040" cy="357120"/>
              <a:chOff x="8691120" y="332640"/>
              <a:chExt cx="356040" cy="357120"/>
            </a:xfrm>
          </p:grpSpPr>
          <p:sp>
            <p:nvSpPr>
              <p:cNvPr id="136" name="Google Shape;387;p14"/>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388;p14"/>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 name="Google Shape;389;p14"/>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Google Shape;390;p14"/>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 name="Google Shape;391;p14"/>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 name="Google Shape;392;p14"/>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 name="Google Shape;393;p14"/>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43" name="Google Shape;394;p14"/>
            <p:cNvGrpSpPr/>
            <p:nvPr/>
          </p:nvGrpSpPr>
          <p:grpSpPr>
            <a:xfrm>
              <a:off x="8134560" y="650880"/>
              <a:ext cx="354600" cy="366480"/>
              <a:chOff x="8134560" y="650880"/>
              <a:chExt cx="354600" cy="366480"/>
            </a:xfrm>
          </p:grpSpPr>
          <p:sp>
            <p:nvSpPr>
              <p:cNvPr id="144" name="Google Shape;395;p14"/>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 name="Google Shape;396;p14"/>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 name="Google Shape;397;p14"/>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47" name="PlaceHolder 1"/>
          <p:cNvSpPr>
            <a:spLocks noGrp="1"/>
          </p:cNvSpPr>
          <p:nvPr>
            <p:ph type="title"/>
          </p:nvPr>
        </p:nvSpPr>
        <p:spPr>
          <a:xfrm>
            <a:off x="1651680" y="974520"/>
            <a:ext cx="5415120" cy="105516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14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pic>
        <p:nvPicPr>
          <p:cNvPr id="149" name="Google Shape;401;p15"/>
          <p:cNvPicPr/>
          <p:nvPr/>
        </p:nvPicPr>
        <p:blipFill>
          <a:blip r:embed="rId2"/>
          <a:srcRect t="1844" r="1844"/>
          <a:stretch/>
        </p:blipFill>
        <p:spPr>
          <a:xfrm flipH="1">
            <a:off x="360" y="0"/>
            <a:ext cx="9143640" cy="5143320"/>
          </a:xfrm>
          <a:prstGeom prst="rect">
            <a:avLst/>
          </a:prstGeom>
          <a:noFill/>
          <a:ln w="0">
            <a:noFill/>
          </a:ln>
        </p:spPr>
      </p:pic>
      <p:pic>
        <p:nvPicPr>
          <p:cNvPr id="150" name="Google Shape;402;p15"/>
          <p:cNvPicPr/>
          <p:nvPr/>
        </p:nvPicPr>
        <p:blipFill>
          <a:blip r:embed="rId3"/>
          <a:srcRect l="7208" r="48305" b="45432"/>
          <a:stretch/>
        </p:blipFill>
        <p:spPr>
          <a:xfrm flipH="1">
            <a:off x="7925040" y="2289240"/>
            <a:ext cx="1218960" cy="2854080"/>
          </a:xfrm>
          <a:prstGeom prst="rect">
            <a:avLst/>
          </a:prstGeom>
          <a:noFill/>
          <a:ln w="0">
            <a:noFill/>
          </a:ln>
        </p:spPr>
      </p:pic>
      <p:grpSp>
        <p:nvGrpSpPr>
          <p:cNvPr id="151" name="Google Shape;403;p15"/>
          <p:cNvGrpSpPr/>
          <p:nvPr/>
        </p:nvGrpSpPr>
        <p:grpSpPr>
          <a:xfrm>
            <a:off x="-1880280" y="-2238480"/>
            <a:ext cx="12746160" cy="9194040"/>
            <a:chOff x="-1880280" y="-2238480"/>
            <a:chExt cx="12746160" cy="9194040"/>
          </a:xfrm>
        </p:grpSpPr>
        <p:pic>
          <p:nvPicPr>
            <p:cNvPr id="152" name="Google Shape;404;p15"/>
            <p:cNvPicPr/>
            <p:nvPr/>
          </p:nvPicPr>
          <p:blipFill>
            <a:blip r:embed="rId4">
              <a:alphaModFix amt="50000"/>
            </a:blip>
            <a:stretch/>
          </p:blipFill>
          <p:spPr>
            <a:xfrm rot="17422200">
              <a:off x="6854400" y="-1707480"/>
              <a:ext cx="3541680" cy="3464640"/>
            </a:xfrm>
            <a:prstGeom prst="rect">
              <a:avLst/>
            </a:prstGeom>
            <a:noFill/>
            <a:ln w="0">
              <a:noFill/>
            </a:ln>
          </p:spPr>
        </p:pic>
        <p:pic>
          <p:nvPicPr>
            <p:cNvPr id="153" name="Google Shape;405;p15"/>
            <p:cNvPicPr/>
            <p:nvPr/>
          </p:nvPicPr>
          <p:blipFill>
            <a:blip r:embed="rId4">
              <a:alphaModFix amt="50000"/>
            </a:blip>
            <a:stretch/>
          </p:blipFill>
          <p:spPr>
            <a:xfrm rot="15480600">
              <a:off x="-1588320" y="3130920"/>
              <a:ext cx="3541680" cy="3464640"/>
            </a:xfrm>
            <a:prstGeom prst="rect">
              <a:avLst/>
            </a:prstGeom>
            <a:noFill/>
            <a:ln w="0">
              <a:noFill/>
            </a:ln>
          </p:spPr>
        </p:pic>
      </p:grpSp>
      <p:grpSp>
        <p:nvGrpSpPr>
          <p:cNvPr id="154" name="Google Shape;406;p15"/>
          <p:cNvGrpSpPr/>
          <p:nvPr/>
        </p:nvGrpSpPr>
        <p:grpSpPr>
          <a:xfrm>
            <a:off x="-1080360" y="-464040"/>
            <a:ext cx="1963080" cy="2007000"/>
            <a:chOff x="-1080360" y="-464040"/>
            <a:chExt cx="1963080" cy="2007000"/>
          </a:xfrm>
        </p:grpSpPr>
        <p:pic>
          <p:nvPicPr>
            <p:cNvPr id="155" name="Google Shape;407;p15"/>
            <p:cNvPicPr/>
            <p:nvPr/>
          </p:nvPicPr>
          <p:blipFill>
            <a:blip r:embed="rId5">
              <a:alphaModFix amt="50000"/>
            </a:blip>
            <a:stretch/>
          </p:blipFill>
          <p:spPr>
            <a:xfrm rot="5400000" flipH="1">
              <a:off x="-1102320" y="-442080"/>
              <a:ext cx="2007000" cy="1963080"/>
            </a:xfrm>
            <a:prstGeom prst="rect">
              <a:avLst/>
            </a:prstGeom>
            <a:noFill/>
            <a:ln w="0">
              <a:noFill/>
            </a:ln>
          </p:spPr>
        </p:pic>
        <p:grpSp>
          <p:nvGrpSpPr>
            <p:cNvPr id="156" name="Google Shape;408;p15"/>
            <p:cNvGrpSpPr/>
            <p:nvPr/>
          </p:nvGrpSpPr>
          <p:grpSpPr>
            <a:xfrm>
              <a:off x="180360" y="344160"/>
              <a:ext cx="314280" cy="314640"/>
              <a:chOff x="180360" y="344160"/>
              <a:chExt cx="314280" cy="314640"/>
            </a:xfrm>
          </p:grpSpPr>
          <p:sp>
            <p:nvSpPr>
              <p:cNvPr id="157" name="Google Shape;409;p15"/>
              <p:cNvSpPr/>
              <p:nvPr/>
            </p:nvSpPr>
            <p:spPr>
              <a:xfrm>
                <a:off x="219600" y="3740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 name="Google Shape;410;p15"/>
              <p:cNvSpPr/>
              <p:nvPr/>
            </p:nvSpPr>
            <p:spPr>
              <a:xfrm>
                <a:off x="180360" y="3441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59" name="Google Shape;411;p15"/>
            <p:cNvGrpSpPr/>
            <p:nvPr/>
          </p:nvGrpSpPr>
          <p:grpSpPr>
            <a:xfrm>
              <a:off x="149760" y="954360"/>
              <a:ext cx="375480" cy="388080"/>
              <a:chOff x="149760" y="954360"/>
              <a:chExt cx="375480" cy="388080"/>
            </a:xfrm>
          </p:grpSpPr>
          <p:sp>
            <p:nvSpPr>
              <p:cNvPr id="160" name="Google Shape;412;p15"/>
              <p:cNvSpPr/>
              <p:nvPr/>
            </p:nvSpPr>
            <p:spPr>
              <a:xfrm>
                <a:off x="149760" y="954360"/>
                <a:ext cx="375480" cy="245160"/>
              </a:xfrm>
              <a:custGeom>
                <a:avLst/>
                <a:gdLst>
                  <a:gd name="textAreaLeft" fmla="*/ 0 w 375480"/>
                  <a:gd name="textAreaRight" fmla="*/ 375840 w 375480"/>
                  <a:gd name="textAreaTop" fmla="*/ 0 h 245160"/>
                  <a:gd name="textAreaBottom" fmla="*/ 245520 h 24516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413;p15"/>
              <p:cNvSpPr/>
              <p:nvPr/>
            </p:nvSpPr>
            <p:spPr>
              <a:xfrm>
                <a:off x="412560" y="1293480"/>
                <a:ext cx="46800" cy="48960"/>
              </a:xfrm>
              <a:custGeom>
                <a:avLst/>
                <a:gdLst>
                  <a:gd name="textAreaLeft" fmla="*/ 0 w 46800"/>
                  <a:gd name="textAreaRight" fmla="*/ 47160 w 46800"/>
                  <a:gd name="textAreaTop" fmla="*/ 0 h 48960"/>
                  <a:gd name="textAreaBottom" fmla="*/ 49320 h 489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 name="Google Shape;414;p15"/>
              <p:cNvSpPr/>
              <p:nvPr/>
            </p:nvSpPr>
            <p:spPr>
              <a:xfrm>
                <a:off x="352800" y="1218240"/>
                <a:ext cx="142920" cy="51480"/>
              </a:xfrm>
              <a:custGeom>
                <a:avLst/>
                <a:gdLst>
                  <a:gd name="textAreaLeft" fmla="*/ 0 w 142920"/>
                  <a:gd name="textAreaRight" fmla="*/ 143280 w 142920"/>
                  <a:gd name="textAreaTop" fmla="*/ 0 h 51480"/>
                  <a:gd name="textAreaBottom" fmla="*/ 51840 h 5148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163" name="PlaceHolder 1"/>
          <p:cNvSpPr>
            <a:spLocks noGrp="1"/>
          </p:cNvSpPr>
          <p:nvPr>
            <p:ph type="title"/>
          </p:nvPr>
        </p:nvSpPr>
        <p:spPr>
          <a:xfrm>
            <a:off x="3619440" y="539640"/>
            <a:ext cx="2401920" cy="1146240"/>
          </a:xfrm>
          <a:prstGeom prst="rect">
            <a:avLst/>
          </a:prstGeom>
          <a:noFill/>
          <a:ln w="0">
            <a:noFill/>
          </a:ln>
        </p:spPr>
        <p:txBody>
          <a:bodyPr lIns="91440" tIns="91440" rIns="91440" bIns="91440" anchor="b">
            <a:noAutofit/>
          </a:bodyPr>
          <a:lstStyle/>
          <a:p>
            <a:pPr indent="0">
              <a:buNone/>
            </a:pPr>
            <a:r>
              <a:rPr lang="fr-FR" sz="3000" b="0" u="none" strike="noStrike">
                <a:solidFill>
                  <a:schemeClr val="dk1"/>
                </a:solidFill>
                <a:effectLst/>
                <a:uFillTx/>
                <a:latin typeface="Arial"/>
              </a:rPr>
              <a:t>Click to edit the title text format</a:t>
            </a:r>
          </a:p>
        </p:txBody>
      </p:sp>
      <p:sp>
        <p:nvSpPr>
          <p:cNvPr id="164" name="PlaceHolder 2"/>
          <p:cNvSpPr>
            <a:spLocks noGrp="1"/>
          </p:cNvSpPr>
          <p:nvPr>
            <p:ph type="body"/>
          </p:nvPr>
        </p:nvSpPr>
        <p:spPr>
          <a:xfrm>
            <a:off x="713160" y="554760"/>
            <a:ext cx="2800800" cy="4048920"/>
          </a:xfrm>
          <a:prstGeom prst="rect">
            <a:avLst/>
          </a:prstGeom>
          <a:noFill/>
          <a:ln w="0">
            <a:noFill/>
          </a:ln>
        </p:spPr>
        <p:txBody>
          <a:bodyPr lIns="90000" tIns="45000" rIns="90000" bIns="45000" anchor="t">
            <a:normAutofit fontScale="40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65" name="PlaceHolder 3"/>
          <p:cNvSpPr>
            <a:spLocks noGrp="1"/>
          </p:cNvSpPr>
          <p:nvPr>
            <p:ph type="body"/>
          </p:nvPr>
        </p:nvSpPr>
        <p:spPr>
          <a:xfrm>
            <a:off x="3671640" y="539640"/>
            <a:ext cx="2304000" cy="2285280"/>
          </a:xfrm>
          <a:prstGeom prst="rect">
            <a:avLst/>
          </a:prstGeom>
          <a:noFill/>
          <a:ln w="0">
            <a:noFill/>
          </a:ln>
        </p:spPr>
        <p:txBody>
          <a:bodyPr lIns="90000" tIns="45000" rIns="90000" bIns="45000" anchor="t">
            <a:normAutofit fontScale="25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66" name="PlaceHolder 4"/>
          <p:cNvSpPr>
            <a:spLocks noGrp="1"/>
          </p:cNvSpPr>
          <p:nvPr>
            <p:ph type="body"/>
          </p:nvPr>
        </p:nvSpPr>
        <p:spPr>
          <a:xfrm>
            <a:off x="3671640" y="2953800"/>
            <a:ext cx="4740120" cy="1649880"/>
          </a:xfrm>
          <a:prstGeom prst="rect">
            <a:avLst/>
          </a:prstGeom>
          <a:noFill/>
          <a:ln w="0">
            <a:noFill/>
          </a:ln>
        </p:spPr>
        <p:txBody>
          <a:bodyPr lIns="90000" tIns="45000" rIns="90000" bIns="45000" anchor="t">
            <a:normAutofit fontScale="85000"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pic>
        <p:nvPicPr>
          <p:cNvPr id="181" name="Google Shape;437;p17"/>
          <p:cNvPicPr/>
          <p:nvPr/>
        </p:nvPicPr>
        <p:blipFill>
          <a:blip r:embed="rId2"/>
          <a:srcRect t="1844" r="1844"/>
          <a:stretch/>
        </p:blipFill>
        <p:spPr>
          <a:xfrm>
            <a:off x="0" y="0"/>
            <a:ext cx="9143640" cy="5143320"/>
          </a:xfrm>
          <a:prstGeom prst="rect">
            <a:avLst/>
          </a:prstGeom>
          <a:noFill/>
          <a:ln w="0">
            <a:noFill/>
          </a:ln>
        </p:spPr>
      </p:pic>
      <p:pic>
        <p:nvPicPr>
          <p:cNvPr id="182" name="Google Shape;438;p17"/>
          <p:cNvPicPr/>
          <p:nvPr/>
        </p:nvPicPr>
        <p:blipFill>
          <a:blip r:embed="rId3"/>
          <a:srcRect l="7208" r="48305" b="45432"/>
          <a:stretch/>
        </p:blipFill>
        <p:spPr>
          <a:xfrm rot="10800000" flipH="1">
            <a:off x="0" y="-75960"/>
            <a:ext cx="1218960" cy="2854080"/>
          </a:xfrm>
          <a:prstGeom prst="rect">
            <a:avLst/>
          </a:prstGeom>
          <a:noFill/>
          <a:ln w="0">
            <a:noFill/>
          </a:ln>
        </p:spPr>
      </p:pic>
      <p:grpSp>
        <p:nvGrpSpPr>
          <p:cNvPr id="183" name="Google Shape;439;p17"/>
          <p:cNvGrpSpPr/>
          <p:nvPr/>
        </p:nvGrpSpPr>
        <p:grpSpPr>
          <a:xfrm>
            <a:off x="-2667600" y="2296080"/>
            <a:ext cx="14666760" cy="4977000"/>
            <a:chOff x="-2667600" y="2296080"/>
            <a:chExt cx="14666760" cy="4977000"/>
          </a:xfrm>
        </p:grpSpPr>
        <p:pic>
          <p:nvPicPr>
            <p:cNvPr id="184" name="Google Shape;440;p17"/>
            <p:cNvPicPr/>
            <p:nvPr/>
          </p:nvPicPr>
          <p:blipFill>
            <a:blip r:embed="rId4">
              <a:alphaModFix amt="50000"/>
            </a:blip>
            <a:stretch/>
          </p:blipFill>
          <p:spPr>
            <a:xfrm rot="6957600">
              <a:off x="7895520" y="3190320"/>
              <a:ext cx="3541680" cy="3464640"/>
            </a:xfrm>
            <a:prstGeom prst="rect">
              <a:avLst/>
            </a:prstGeom>
            <a:noFill/>
            <a:ln w="0">
              <a:noFill/>
            </a:ln>
          </p:spPr>
        </p:pic>
        <p:pic>
          <p:nvPicPr>
            <p:cNvPr id="185" name="Google Shape;441;p17"/>
            <p:cNvPicPr/>
            <p:nvPr/>
          </p:nvPicPr>
          <p:blipFill>
            <a:blip r:embed="rId4">
              <a:alphaModFix amt="50000"/>
            </a:blip>
            <a:stretch/>
          </p:blipFill>
          <p:spPr>
            <a:xfrm rot="13656000">
              <a:off x="-1964880" y="3039120"/>
              <a:ext cx="3541680" cy="3464640"/>
            </a:xfrm>
            <a:prstGeom prst="rect">
              <a:avLst/>
            </a:prstGeom>
            <a:noFill/>
            <a:ln w="0">
              <a:noFill/>
            </a:ln>
          </p:spPr>
        </p:pic>
      </p:grpSp>
      <p:grpSp>
        <p:nvGrpSpPr>
          <p:cNvPr id="186" name="Google Shape;442;p17"/>
          <p:cNvGrpSpPr/>
          <p:nvPr/>
        </p:nvGrpSpPr>
        <p:grpSpPr>
          <a:xfrm>
            <a:off x="8093880" y="-442440"/>
            <a:ext cx="2007000" cy="1963080"/>
            <a:chOff x="8093880" y="-442440"/>
            <a:chExt cx="2007000" cy="1963080"/>
          </a:xfrm>
        </p:grpSpPr>
        <p:pic>
          <p:nvPicPr>
            <p:cNvPr id="187" name="Google Shape;443;p17"/>
            <p:cNvPicPr/>
            <p:nvPr/>
          </p:nvPicPr>
          <p:blipFill>
            <a:blip r:embed="rId5">
              <a:alphaModFix amt="50000"/>
            </a:blip>
            <a:stretch/>
          </p:blipFill>
          <p:spPr>
            <a:xfrm>
              <a:off x="8093880" y="-442440"/>
              <a:ext cx="2007000" cy="1963080"/>
            </a:xfrm>
            <a:prstGeom prst="rect">
              <a:avLst/>
            </a:prstGeom>
            <a:noFill/>
            <a:ln w="0">
              <a:noFill/>
            </a:ln>
          </p:spPr>
        </p:pic>
        <p:grpSp>
          <p:nvGrpSpPr>
            <p:cNvPr id="188" name="Google Shape;444;p17"/>
            <p:cNvGrpSpPr/>
            <p:nvPr/>
          </p:nvGrpSpPr>
          <p:grpSpPr>
            <a:xfrm>
              <a:off x="8962920" y="-52200"/>
              <a:ext cx="344160" cy="317160"/>
              <a:chOff x="8962920" y="-52200"/>
              <a:chExt cx="344160" cy="317160"/>
            </a:xfrm>
          </p:grpSpPr>
          <p:sp>
            <p:nvSpPr>
              <p:cNvPr id="189" name="Google Shape;445;p17"/>
              <p:cNvSpPr/>
              <p:nvPr/>
            </p:nvSpPr>
            <p:spPr>
              <a:xfrm>
                <a:off x="9077760" y="18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 name="Google Shape;446;p17"/>
              <p:cNvSpPr/>
              <p:nvPr/>
            </p:nvSpPr>
            <p:spPr>
              <a:xfrm>
                <a:off x="8962920" y="18648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1" name="Google Shape;447;p17"/>
              <p:cNvSpPr/>
              <p:nvPr/>
            </p:nvSpPr>
            <p:spPr>
              <a:xfrm>
                <a:off x="8996040" y="-5220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 name="Google Shape;448;p17"/>
              <p:cNvSpPr/>
              <p:nvPr/>
            </p:nvSpPr>
            <p:spPr>
              <a:xfrm>
                <a:off x="9020880" y="15372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3" name="Google Shape;449;p17"/>
            <p:cNvGrpSpPr/>
            <p:nvPr/>
          </p:nvGrpSpPr>
          <p:grpSpPr>
            <a:xfrm>
              <a:off x="8332200" y="-50760"/>
              <a:ext cx="314280" cy="314640"/>
              <a:chOff x="8332200" y="-50760"/>
              <a:chExt cx="314280" cy="314640"/>
            </a:xfrm>
          </p:grpSpPr>
          <p:sp>
            <p:nvSpPr>
              <p:cNvPr id="194" name="Google Shape;450;p17"/>
              <p:cNvSpPr/>
              <p:nvPr/>
            </p:nvSpPr>
            <p:spPr>
              <a:xfrm>
                <a:off x="8371440" y="-2088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 name="Google Shape;451;p17"/>
              <p:cNvSpPr/>
              <p:nvPr/>
            </p:nvSpPr>
            <p:spPr>
              <a:xfrm>
                <a:off x="8332200" y="-507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6" name="Google Shape;452;p17"/>
            <p:cNvGrpSpPr/>
            <p:nvPr/>
          </p:nvGrpSpPr>
          <p:grpSpPr>
            <a:xfrm>
              <a:off x="8649360" y="489960"/>
              <a:ext cx="356040" cy="357120"/>
              <a:chOff x="8649360" y="489960"/>
              <a:chExt cx="356040" cy="357120"/>
            </a:xfrm>
          </p:grpSpPr>
          <p:sp>
            <p:nvSpPr>
              <p:cNvPr id="197" name="Google Shape;453;p17"/>
              <p:cNvSpPr/>
              <p:nvPr/>
            </p:nvSpPr>
            <p:spPr>
              <a:xfrm>
                <a:off x="8727120" y="70020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8" name="Google Shape;454;p17"/>
              <p:cNvSpPr/>
              <p:nvPr/>
            </p:nvSpPr>
            <p:spPr>
              <a:xfrm>
                <a:off x="8858880" y="70092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455;p17"/>
              <p:cNvSpPr/>
              <p:nvPr/>
            </p:nvSpPr>
            <p:spPr>
              <a:xfrm>
                <a:off x="8727120" y="56880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 name="Google Shape;456;p17"/>
              <p:cNvSpPr/>
              <p:nvPr/>
            </p:nvSpPr>
            <p:spPr>
              <a:xfrm>
                <a:off x="8857440" y="56880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 name="Google Shape;457;p17"/>
              <p:cNvSpPr/>
              <p:nvPr/>
            </p:nvSpPr>
            <p:spPr>
              <a:xfrm>
                <a:off x="8808480" y="65196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 name="Google Shape;458;p17"/>
              <p:cNvSpPr/>
              <p:nvPr/>
            </p:nvSpPr>
            <p:spPr>
              <a:xfrm>
                <a:off x="8721720" y="56412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459;p17"/>
              <p:cNvSpPr/>
              <p:nvPr/>
            </p:nvSpPr>
            <p:spPr>
              <a:xfrm>
                <a:off x="8649360" y="48996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4" name="Google Shape;460;p17"/>
            <p:cNvGrpSpPr/>
            <p:nvPr/>
          </p:nvGrpSpPr>
          <p:grpSpPr>
            <a:xfrm>
              <a:off x="9257400" y="485280"/>
              <a:ext cx="354600" cy="366480"/>
              <a:chOff x="9257400" y="485280"/>
              <a:chExt cx="354600" cy="366480"/>
            </a:xfrm>
          </p:grpSpPr>
          <p:sp>
            <p:nvSpPr>
              <p:cNvPr id="205" name="Google Shape;461;p17"/>
              <p:cNvSpPr/>
              <p:nvPr/>
            </p:nvSpPr>
            <p:spPr>
              <a:xfrm>
                <a:off x="9257400" y="4852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 name="Google Shape;462;p17"/>
              <p:cNvSpPr/>
              <p:nvPr/>
            </p:nvSpPr>
            <p:spPr>
              <a:xfrm>
                <a:off x="9505440" y="8056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7" name="Google Shape;463;p17"/>
              <p:cNvSpPr/>
              <p:nvPr/>
            </p:nvSpPr>
            <p:spPr>
              <a:xfrm>
                <a:off x="9448920" y="7344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08" name="Google Shape;464;p17"/>
            <p:cNvGrpSpPr/>
            <p:nvPr/>
          </p:nvGrpSpPr>
          <p:grpSpPr>
            <a:xfrm>
              <a:off x="9623520" y="-52920"/>
              <a:ext cx="326880" cy="318600"/>
              <a:chOff x="9623520" y="-52920"/>
              <a:chExt cx="326880" cy="318600"/>
            </a:xfrm>
          </p:grpSpPr>
          <p:sp>
            <p:nvSpPr>
              <p:cNvPr id="209" name="Google Shape;465;p17"/>
              <p:cNvSpPr/>
              <p:nvPr/>
            </p:nvSpPr>
            <p:spPr>
              <a:xfrm>
                <a:off x="9749880" y="24408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0" name="Google Shape;466;p17"/>
              <p:cNvSpPr/>
              <p:nvPr/>
            </p:nvSpPr>
            <p:spPr>
              <a:xfrm>
                <a:off x="9623520" y="6552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1" name="Google Shape;467;p17"/>
              <p:cNvSpPr/>
              <p:nvPr/>
            </p:nvSpPr>
            <p:spPr>
              <a:xfrm>
                <a:off x="9761400" y="19980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2" name="Google Shape;468;p17"/>
              <p:cNvSpPr/>
              <p:nvPr/>
            </p:nvSpPr>
            <p:spPr>
              <a:xfrm>
                <a:off x="9648720" y="-529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3" name="Google Shape;469;p17"/>
              <p:cNvSpPr/>
              <p:nvPr/>
            </p:nvSpPr>
            <p:spPr>
              <a:xfrm>
                <a:off x="9777240" y="15768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4" name="Google Shape;470;p17"/>
              <p:cNvSpPr/>
              <p:nvPr/>
            </p:nvSpPr>
            <p:spPr>
              <a:xfrm>
                <a:off x="9792720" y="11484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5" name="Google Shape;471;p17"/>
              <p:cNvSpPr/>
              <p:nvPr/>
            </p:nvSpPr>
            <p:spPr>
              <a:xfrm>
                <a:off x="9821880" y="2268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 name="Google Shape;472;p17"/>
              <p:cNvSpPr/>
              <p:nvPr/>
            </p:nvSpPr>
            <p:spPr>
              <a:xfrm>
                <a:off x="9859320" y="180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 name="Google Shape;473;p17"/>
              <p:cNvSpPr/>
              <p:nvPr/>
            </p:nvSpPr>
            <p:spPr>
              <a:xfrm>
                <a:off x="9896760" y="-2700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21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pic>
        <p:nvPicPr>
          <p:cNvPr id="219" name="Google Shape;482;p18"/>
          <p:cNvPicPr/>
          <p:nvPr/>
        </p:nvPicPr>
        <p:blipFill>
          <a:blip r:embed="rId2"/>
          <a:srcRect t="1844" r="1844"/>
          <a:stretch/>
        </p:blipFill>
        <p:spPr>
          <a:xfrm rot="10800000" flipH="1">
            <a:off x="0" y="0"/>
            <a:ext cx="9143640" cy="5143320"/>
          </a:xfrm>
          <a:prstGeom prst="rect">
            <a:avLst/>
          </a:prstGeom>
          <a:noFill/>
          <a:ln w="0">
            <a:noFill/>
          </a:ln>
        </p:spPr>
      </p:pic>
      <p:pic>
        <p:nvPicPr>
          <p:cNvPr id="220" name="Google Shape;483;p18"/>
          <p:cNvPicPr/>
          <p:nvPr/>
        </p:nvPicPr>
        <p:blipFill>
          <a:blip r:embed="rId3"/>
          <a:srcRect l="7208" r="48305" b="45432"/>
          <a:stretch/>
        </p:blipFill>
        <p:spPr>
          <a:xfrm rot="10800000">
            <a:off x="7925040" y="360"/>
            <a:ext cx="1218960" cy="2854080"/>
          </a:xfrm>
          <a:prstGeom prst="rect">
            <a:avLst/>
          </a:prstGeom>
          <a:noFill/>
          <a:ln w="0">
            <a:noFill/>
          </a:ln>
        </p:spPr>
      </p:pic>
      <p:grpSp>
        <p:nvGrpSpPr>
          <p:cNvPr id="221" name="Google Shape;484;p18"/>
          <p:cNvGrpSpPr/>
          <p:nvPr/>
        </p:nvGrpSpPr>
        <p:grpSpPr>
          <a:xfrm>
            <a:off x="-1748160" y="-2045880"/>
            <a:ext cx="13606200" cy="8901720"/>
            <a:chOff x="-1748160" y="-2045880"/>
            <a:chExt cx="13606200" cy="8901720"/>
          </a:xfrm>
        </p:grpSpPr>
        <p:pic>
          <p:nvPicPr>
            <p:cNvPr id="222" name="Google Shape;485;p18"/>
            <p:cNvPicPr/>
            <p:nvPr/>
          </p:nvPicPr>
          <p:blipFill>
            <a:blip r:embed="rId4">
              <a:alphaModFix amt="50000"/>
            </a:blip>
            <a:stretch/>
          </p:blipFill>
          <p:spPr>
            <a:xfrm rot="20138400" flipH="1">
              <a:off x="7759080" y="-1469520"/>
              <a:ext cx="3541680" cy="3464640"/>
            </a:xfrm>
            <a:prstGeom prst="rect">
              <a:avLst/>
            </a:prstGeom>
            <a:noFill/>
            <a:ln w="0">
              <a:noFill/>
            </a:ln>
          </p:spPr>
        </p:pic>
        <p:pic>
          <p:nvPicPr>
            <p:cNvPr id="223" name="Google Shape;486;p18"/>
            <p:cNvPicPr/>
            <p:nvPr/>
          </p:nvPicPr>
          <p:blipFill>
            <a:blip r:embed="rId4">
              <a:alphaModFix amt="50000"/>
            </a:blip>
            <a:stretch/>
          </p:blipFill>
          <p:spPr>
            <a:xfrm rot="157800" flipH="1">
              <a:off x="-1670040" y="3311640"/>
              <a:ext cx="3541680" cy="3464640"/>
            </a:xfrm>
            <a:prstGeom prst="rect">
              <a:avLst/>
            </a:prstGeom>
            <a:noFill/>
            <a:ln w="0">
              <a:noFill/>
            </a:ln>
          </p:spPr>
        </p:pic>
      </p:grpSp>
      <p:grpSp>
        <p:nvGrpSpPr>
          <p:cNvPr id="224" name="Google Shape;487;p18"/>
          <p:cNvGrpSpPr/>
          <p:nvPr/>
        </p:nvGrpSpPr>
        <p:grpSpPr>
          <a:xfrm>
            <a:off x="8205480" y="3553200"/>
            <a:ext cx="1963080" cy="2057760"/>
            <a:chOff x="8205480" y="3553200"/>
            <a:chExt cx="1963080" cy="2057760"/>
          </a:xfrm>
        </p:grpSpPr>
        <p:pic>
          <p:nvPicPr>
            <p:cNvPr id="225" name="Google Shape;488;p18"/>
            <p:cNvPicPr/>
            <p:nvPr/>
          </p:nvPicPr>
          <p:blipFill>
            <a:blip r:embed="rId5">
              <a:alphaModFix amt="50000"/>
            </a:blip>
            <a:stretch/>
          </p:blipFill>
          <p:spPr>
            <a:xfrm rot="16200000">
              <a:off x="8183520" y="3575160"/>
              <a:ext cx="2007000" cy="1963080"/>
            </a:xfrm>
            <a:prstGeom prst="rect">
              <a:avLst/>
            </a:prstGeom>
            <a:noFill/>
            <a:ln w="0">
              <a:noFill/>
            </a:ln>
          </p:spPr>
        </p:pic>
        <p:grpSp>
          <p:nvGrpSpPr>
            <p:cNvPr id="226" name="Google Shape;489;p18"/>
            <p:cNvGrpSpPr/>
            <p:nvPr/>
          </p:nvGrpSpPr>
          <p:grpSpPr>
            <a:xfrm>
              <a:off x="9154080" y="5293800"/>
              <a:ext cx="344520" cy="317160"/>
              <a:chOff x="9154080" y="5293800"/>
              <a:chExt cx="344520" cy="317160"/>
            </a:xfrm>
          </p:grpSpPr>
          <p:sp>
            <p:nvSpPr>
              <p:cNvPr id="227" name="Google Shape;490;p18"/>
              <p:cNvSpPr/>
              <p:nvPr/>
            </p:nvSpPr>
            <p:spPr>
              <a:xfrm>
                <a:off x="9268920" y="53474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 name="Google Shape;491;p18"/>
              <p:cNvSpPr/>
              <p:nvPr/>
            </p:nvSpPr>
            <p:spPr>
              <a:xfrm>
                <a:off x="9154080" y="553248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9" name="Google Shape;492;p18"/>
              <p:cNvSpPr/>
              <p:nvPr/>
            </p:nvSpPr>
            <p:spPr>
              <a:xfrm>
                <a:off x="9187560" y="529380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0" name="Google Shape;493;p18"/>
              <p:cNvSpPr/>
              <p:nvPr/>
            </p:nvSpPr>
            <p:spPr>
              <a:xfrm>
                <a:off x="9212040" y="549972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31" name="Google Shape;494;p18"/>
            <p:cNvGrpSpPr/>
            <p:nvPr/>
          </p:nvGrpSpPr>
          <p:grpSpPr>
            <a:xfrm>
              <a:off x="9169200" y="4019400"/>
              <a:ext cx="314280" cy="314640"/>
              <a:chOff x="9169200" y="4019400"/>
              <a:chExt cx="314280" cy="314640"/>
            </a:xfrm>
          </p:grpSpPr>
          <p:sp>
            <p:nvSpPr>
              <p:cNvPr id="232" name="Google Shape;495;p18"/>
              <p:cNvSpPr/>
              <p:nvPr/>
            </p:nvSpPr>
            <p:spPr>
              <a:xfrm>
                <a:off x="9208800" y="40496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3" name="Google Shape;496;p18"/>
              <p:cNvSpPr/>
              <p:nvPr/>
            </p:nvSpPr>
            <p:spPr>
              <a:xfrm>
                <a:off x="9169200" y="401940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34" name="Google Shape;497;p18"/>
            <p:cNvGrpSpPr/>
            <p:nvPr/>
          </p:nvGrpSpPr>
          <p:grpSpPr>
            <a:xfrm>
              <a:off x="9148320" y="4635360"/>
              <a:ext cx="356040" cy="357120"/>
              <a:chOff x="9148320" y="4635360"/>
              <a:chExt cx="356040" cy="357120"/>
            </a:xfrm>
          </p:grpSpPr>
          <p:sp>
            <p:nvSpPr>
              <p:cNvPr id="235" name="Google Shape;498;p18"/>
              <p:cNvSpPr/>
              <p:nvPr/>
            </p:nvSpPr>
            <p:spPr>
              <a:xfrm>
                <a:off x="9226080" y="484560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 name="Google Shape;499;p18"/>
              <p:cNvSpPr/>
              <p:nvPr/>
            </p:nvSpPr>
            <p:spPr>
              <a:xfrm>
                <a:off x="9357840" y="484632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7" name="Google Shape;500;p18"/>
              <p:cNvSpPr/>
              <p:nvPr/>
            </p:nvSpPr>
            <p:spPr>
              <a:xfrm>
                <a:off x="9226080" y="471420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8" name="Google Shape;501;p18"/>
              <p:cNvSpPr/>
              <p:nvPr/>
            </p:nvSpPr>
            <p:spPr>
              <a:xfrm>
                <a:off x="9356400" y="471420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 name="Google Shape;502;p18"/>
              <p:cNvSpPr/>
              <p:nvPr/>
            </p:nvSpPr>
            <p:spPr>
              <a:xfrm>
                <a:off x="9307440" y="479772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0" name="Google Shape;503;p18"/>
              <p:cNvSpPr/>
              <p:nvPr/>
            </p:nvSpPr>
            <p:spPr>
              <a:xfrm>
                <a:off x="9220320" y="470952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 name="Google Shape;504;p18"/>
              <p:cNvSpPr/>
              <p:nvPr/>
            </p:nvSpPr>
            <p:spPr>
              <a:xfrm>
                <a:off x="9148320" y="463536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42" name="Google Shape;505;p18"/>
            <p:cNvGrpSpPr/>
            <p:nvPr/>
          </p:nvGrpSpPr>
          <p:grpSpPr>
            <a:xfrm>
              <a:off x="8591760" y="4953600"/>
              <a:ext cx="354600" cy="366480"/>
              <a:chOff x="8591760" y="4953600"/>
              <a:chExt cx="354600" cy="366480"/>
            </a:xfrm>
          </p:grpSpPr>
          <p:sp>
            <p:nvSpPr>
              <p:cNvPr id="243" name="Google Shape;506;p18"/>
              <p:cNvSpPr/>
              <p:nvPr/>
            </p:nvSpPr>
            <p:spPr>
              <a:xfrm>
                <a:off x="8591760" y="495360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4" name="Google Shape;507;p18"/>
              <p:cNvSpPr/>
              <p:nvPr/>
            </p:nvSpPr>
            <p:spPr>
              <a:xfrm>
                <a:off x="8840160" y="527400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5" name="Google Shape;508;p18"/>
              <p:cNvSpPr/>
              <p:nvPr/>
            </p:nvSpPr>
            <p:spPr>
              <a:xfrm>
                <a:off x="8783640" y="520308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246" name="Google Shape;509;p18"/>
            <p:cNvGrpSpPr/>
            <p:nvPr/>
          </p:nvGrpSpPr>
          <p:grpSpPr>
            <a:xfrm>
              <a:off x="8605800" y="4336200"/>
              <a:ext cx="326880" cy="318600"/>
              <a:chOff x="8605800" y="4336200"/>
              <a:chExt cx="326880" cy="318600"/>
            </a:xfrm>
          </p:grpSpPr>
          <p:sp>
            <p:nvSpPr>
              <p:cNvPr id="247" name="Google Shape;510;p18"/>
              <p:cNvSpPr/>
              <p:nvPr/>
            </p:nvSpPr>
            <p:spPr>
              <a:xfrm>
                <a:off x="8732160" y="463320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8" name="Google Shape;511;p18"/>
              <p:cNvSpPr/>
              <p:nvPr/>
            </p:nvSpPr>
            <p:spPr>
              <a:xfrm>
                <a:off x="8605800" y="445464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9" name="Google Shape;512;p18"/>
              <p:cNvSpPr/>
              <p:nvPr/>
            </p:nvSpPr>
            <p:spPr>
              <a:xfrm>
                <a:off x="8743680" y="458892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0" name="Google Shape;513;p18"/>
              <p:cNvSpPr/>
              <p:nvPr/>
            </p:nvSpPr>
            <p:spPr>
              <a:xfrm>
                <a:off x="8631000" y="433620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1" name="Google Shape;514;p18"/>
              <p:cNvSpPr/>
              <p:nvPr/>
            </p:nvSpPr>
            <p:spPr>
              <a:xfrm>
                <a:off x="8759520" y="454680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2" name="Google Shape;515;p18"/>
              <p:cNvSpPr/>
              <p:nvPr/>
            </p:nvSpPr>
            <p:spPr>
              <a:xfrm>
                <a:off x="8775000" y="450396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3" name="Google Shape;516;p18"/>
              <p:cNvSpPr/>
              <p:nvPr/>
            </p:nvSpPr>
            <p:spPr>
              <a:xfrm>
                <a:off x="8804160" y="441180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4" name="Google Shape;517;p18"/>
              <p:cNvSpPr/>
              <p:nvPr/>
            </p:nvSpPr>
            <p:spPr>
              <a:xfrm>
                <a:off x="8841600" y="439092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 name="Google Shape;518;p18"/>
              <p:cNvSpPr/>
              <p:nvPr/>
            </p:nvSpPr>
            <p:spPr>
              <a:xfrm>
                <a:off x="8879040" y="436212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25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pic>
        <p:nvPicPr>
          <p:cNvPr id="293" name="Google Shape;578;p20"/>
          <p:cNvPicPr/>
          <p:nvPr/>
        </p:nvPicPr>
        <p:blipFill>
          <a:blip r:embed="rId2"/>
          <a:srcRect t="1844" r="1844"/>
          <a:stretch/>
        </p:blipFill>
        <p:spPr>
          <a:xfrm rot="10800000">
            <a:off x="360" y="0"/>
            <a:ext cx="9143640" cy="5143320"/>
          </a:xfrm>
          <a:prstGeom prst="rect">
            <a:avLst/>
          </a:prstGeom>
          <a:noFill/>
          <a:ln w="0">
            <a:noFill/>
          </a:ln>
        </p:spPr>
      </p:pic>
      <p:pic>
        <p:nvPicPr>
          <p:cNvPr id="294" name="Google Shape;579;p20"/>
          <p:cNvPicPr/>
          <p:nvPr/>
        </p:nvPicPr>
        <p:blipFill>
          <a:blip r:embed="rId3"/>
          <a:srcRect l="7208" r="48305" b="45432"/>
          <a:stretch/>
        </p:blipFill>
        <p:spPr>
          <a:xfrm rot="10800000" flipH="1">
            <a:off x="12960" y="-10080"/>
            <a:ext cx="1218960" cy="2854080"/>
          </a:xfrm>
          <a:prstGeom prst="rect">
            <a:avLst/>
          </a:prstGeom>
          <a:noFill/>
          <a:ln w="0">
            <a:noFill/>
          </a:ln>
        </p:spPr>
      </p:pic>
      <p:grpSp>
        <p:nvGrpSpPr>
          <p:cNvPr id="295" name="Google Shape;580;p20"/>
          <p:cNvGrpSpPr/>
          <p:nvPr/>
        </p:nvGrpSpPr>
        <p:grpSpPr>
          <a:xfrm>
            <a:off x="-1712520" y="-2171520"/>
            <a:ext cx="12926160" cy="9305280"/>
            <a:chOff x="-1712520" y="-2171520"/>
            <a:chExt cx="12926160" cy="9305280"/>
          </a:xfrm>
        </p:grpSpPr>
        <p:pic>
          <p:nvPicPr>
            <p:cNvPr id="296" name="Google Shape;581;p20"/>
            <p:cNvPicPr/>
            <p:nvPr/>
          </p:nvPicPr>
          <p:blipFill>
            <a:blip r:embed="rId4">
              <a:alphaModFix amt="50000"/>
            </a:blip>
            <a:stretch/>
          </p:blipFill>
          <p:spPr>
            <a:xfrm rot="7507200">
              <a:off x="7163280" y="3111480"/>
              <a:ext cx="3409920" cy="3335760"/>
            </a:xfrm>
            <a:prstGeom prst="rect">
              <a:avLst/>
            </a:prstGeom>
            <a:noFill/>
            <a:ln w="0">
              <a:noFill/>
            </a:ln>
          </p:spPr>
        </p:pic>
        <p:pic>
          <p:nvPicPr>
            <p:cNvPr id="297" name="Google Shape;582;p20"/>
            <p:cNvPicPr/>
            <p:nvPr/>
          </p:nvPicPr>
          <p:blipFill>
            <a:blip r:embed="rId4">
              <a:alphaModFix amt="50000"/>
            </a:blip>
            <a:stretch/>
          </p:blipFill>
          <p:spPr>
            <a:xfrm rot="3138600">
              <a:off x="-1029600" y="-1443240"/>
              <a:ext cx="3541680" cy="3464640"/>
            </a:xfrm>
            <a:prstGeom prst="rect">
              <a:avLst/>
            </a:prstGeom>
            <a:noFill/>
            <a:ln w="0">
              <a:noFill/>
            </a:ln>
          </p:spPr>
        </p:pic>
      </p:grpSp>
      <p:grpSp>
        <p:nvGrpSpPr>
          <p:cNvPr id="298" name="Google Shape;583;p20"/>
          <p:cNvGrpSpPr/>
          <p:nvPr/>
        </p:nvGrpSpPr>
        <p:grpSpPr>
          <a:xfrm>
            <a:off x="-298440" y="-442440"/>
            <a:ext cx="9732600" cy="6075360"/>
            <a:chOff x="-298440" y="-442440"/>
            <a:chExt cx="9732600" cy="6075360"/>
          </a:xfrm>
        </p:grpSpPr>
        <p:grpSp>
          <p:nvGrpSpPr>
            <p:cNvPr id="299" name="Google Shape;584;p20"/>
            <p:cNvGrpSpPr/>
            <p:nvPr/>
          </p:nvGrpSpPr>
          <p:grpSpPr>
            <a:xfrm>
              <a:off x="7427160" y="-442440"/>
              <a:ext cx="2007000" cy="1963080"/>
              <a:chOff x="7427160" y="-442440"/>
              <a:chExt cx="2007000" cy="1963080"/>
            </a:xfrm>
          </p:grpSpPr>
          <p:pic>
            <p:nvPicPr>
              <p:cNvPr id="300" name="Google Shape;585;p20"/>
              <p:cNvPicPr/>
              <p:nvPr/>
            </p:nvPicPr>
            <p:blipFill>
              <a:blip r:embed="rId5">
                <a:alphaModFix amt="50000"/>
              </a:blip>
              <a:stretch/>
            </p:blipFill>
            <p:spPr>
              <a:xfrm>
                <a:off x="7427160" y="-442440"/>
                <a:ext cx="2007000" cy="1963080"/>
              </a:xfrm>
              <a:prstGeom prst="rect">
                <a:avLst/>
              </a:prstGeom>
              <a:noFill/>
              <a:ln w="0">
                <a:noFill/>
              </a:ln>
            </p:spPr>
          </p:pic>
          <p:grpSp>
            <p:nvGrpSpPr>
              <p:cNvPr id="301" name="Google Shape;586;p20"/>
              <p:cNvGrpSpPr/>
              <p:nvPr/>
            </p:nvGrpSpPr>
            <p:grpSpPr>
              <a:xfrm>
                <a:off x="7989840" y="469440"/>
                <a:ext cx="356040" cy="357120"/>
                <a:chOff x="7989840" y="469440"/>
                <a:chExt cx="356040" cy="357120"/>
              </a:xfrm>
            </p:grpSpPr>
            <p:sp>
              <p:nvSpPr>
                <p:cNvPr id="302" name="Google Shape;587;p20"/>
                <p:cNvSpPr/>
                <p:nvPr/>
              </p:nvSpPr>
              <p:spPr>
                <a:xfrm>
                  <a:off x="8067600" y="6793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3" name="Google Shape;588;p20"/>
                <p:cNvSpPr/>
                <p:nvPr/>
              </p:nvSpPr>
              <p:spPr>
                <a:xfrm>
                  <a:off x="8199720" y="6804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4" name="Google Shape;589;p20"/>
                <p:cNvSpPr/>
                <p:nvPr/>
              </p:nvSpPr>
              <p:spPr>
                <a:xfrm>
                  <a:off x="8067600" y="5482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5" name="Google Shape;590;p20"/>
                <p:cNvSpPr/>
                <p:nvPr/>
              </p:nvSpPr>
              <p:spPr>
                <a:xfrm>
                  <a:off x="8197920" y="5482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6" name="Google Shape;591;p20"/>
                <p:cNvSpPr/>
                <p:nvPr/>
              </p:nvSpPr>
              <p:spPr>
                <a:xfrm>
                  <a:off x="8148960" y="6314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7" name="Google Shape;592;p20"/>
                <p:cNvSpPr/>
                <p:nvPr/>
              </p:nvSpPr>
              <p:spPr>
                <a:xfrm>
                  <a:off x="8062200" y="5436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8" name="Google Shape;593;p20"/>
                <p:cNvSpPr/>
                <p:nvPr/>
              </p:nvSpPr>
              <p:spPr>
                <a:xfrm>
                  <a:off x="7989840" y="4694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09" name="Google Shape;594;p20"/>
              <p:cNvGrpSpPr/>
              <p:nvPr/>
            </p:nvGrpSpPr>
            <p:grpSpPr>
              <a:xfrm>
                <a:off x="8254080" y="-139680"/>
                <a:ext cx="430560" cy="444960"/>
                <a:chOff x="8254080" y="-139680"/>
                <a:chExt cx="430560" cy="444960"/>
              </a:xfrm>
            </p:grpSpPr>
            <p:sp>
              <p:nvSpPr>
                <p:cNvPr id="310" name="Google Shape;595;p20"/>
                <p:cNvSpPr/>
                <p:nvPr/>
              </p:nvSpPr>
              <p:spPr>
                <a:xfrm>
                  <a:off x="8254080" y="-139680"/>
                  <a:ext cx="430560" cy="281520"/>
                </a:xfrm>
                <a:custGeom>
                  <a:avLst/>
                  <a:gdLst>
                    <a:gd name="textAreaLeft" fmla="*/ 0 w 430560"/>
                    <a:gd name="textAreaRight" fmla="*/ 430920 w 430560"/>
                    <a:gd name="textAreaTop" fmla="*/ 0 h 281520"/>
                    <a:gd name="textAreaBottom" fmla="*/ 281880 h 28152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1" name="Google Shape;596;p20"/>
                <p:cNvSpPr/>
                <p:nvPr/>
              </p:nvSpPr>
              <p:spPr>
                <a:xfrm>
                  <a:off x="8555400" y="249120"/>
                  <a:ext cx="53640" cy="56160"/>
                </a:xfrm>
                <a:custGeom>
                  <a:avLst/>
                  <a:gdLst>
                    <a:gd name="textAreaLeft" fmla="*/ 0 w 53640"/>
                    <a:gd name="textAreaRight" fmla="*/ 54000 w 53640"/>
                    <a:gd name="textAreaTop" fmla="*/ 0 h 56160"/>
                    <a:gd name="textAreaBottom" fmla="*/ 56520 h 5616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8080" bIns="280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2" name="Google Shape;597;p20"/>
                <p:cNvSpPr/>
                <p:nvPr/>
              </p:nvSpPr>
              <p:spPr>
                <a:xfrm>
                  <a:off x="8487000" y="163080"/>
                  <a:ext cx="164160" cy="59040"/>
                </a:xfrm>
                <a:custGeom>
                  <a:avLst/>
                  <a:gdLst>
                    <a:gd name="textAreaLeft" fmla="*/ 0 w 164160"/>
                    <a:gd name="textAreaRight" fmla="*/ 164520 w 164160"/>
                    <a:gd name="textAreaTop" fmla="*/ 0 h 59040"/>
                    <a:gd name="textAreaBottom" fmla="*/ 59400 h 5904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9520" bIns="29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13" name="Google Shape;598;p20"/>
            <p:cNvGrpSpPr/>
            <p:nvPr/>
          </p:nvGrpSpPr>
          <p:grpSpPr>
            <a:xfrm>
              <a:off x="-298440" y="3575160"/>
              <a:ext cx="1963080" cy="2057760"/>
              <a:chOff x="-298440" y="3575160"/>
              <a:chExt cx="1963080" cy="2057760"/>
            </a:xfrm>
          </p:grpSpPr>
          <p:pic>
            <p:nvPicPr>
              <p:cNvPr id="314" name="Google Shape;599;p20"/>
              <p:cNvPicPr/>
              <p:nvPr/>
            </p:nvPicPr>
            <p:blipFill>
              <a:blip r:embed="rId5">
                <a:alphaModFix amt="50000"/>
              </a:blip>
              <a:stretch/>
            </p:blipFill>
            <p:spPr>
              <a:xfrm rot="16200000">
                <a:off x="-320040" y="3597120"/>
                <a:ext cx="2007000" cy="1963080"/>
              </a:xfrm>
              <a:prstGeom prst="rect">
                <a:avLst/>
              </a:prstGeom>
              <a:noFill/>
              <a:ln w="0">
                <a:noFill/>
              </a:ln>
            </p:spPr>
          </p:pic>
          <p:grpSp>
            <p:nvGrpSpPr>
              <p:cNvPr id="315" name="Google Shape;600;p20"/>
              <p:cNvGrpSpPr/>
              <p:nvPr/>
            </p:nvGrpSpPr>
            <p:grpSpPr>
              <a:xfrm>
                <a:off x="650160" y="5315760"/>
                <a:ext cx="344160" cy="317160"/>
                <a:chOff x="650160" y="5315760"/>
                <a:chExt cx="344160" cy="317160"/>
              </a:xfrm>
            </p:grpSpPr>
            <p:sp>
              <p:nvSpPr>
                <p:cNvPr id="316" name="Google Shape;601;p20"/>
                <p:cNvSpPr/>
                <p:nvPr/>
              </p:nvSpPr>
              <p:spPr>
                <a:xfrm>
                  <a:off x="765000" y="53694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7" name="Google Shape;602;p20"/>
                <p:cNvSpPr/>
                <p:nvPr/>
              </p:nvSpPr>
              <p:spPr>
                <a:xfrm>
                  <a:off x="650160" y="555444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8" name="Google Shape;603;p20"/>
                <p:cNvSpPr/>
                <p:nvPr/>
              </p:nvSpPr>
              <p:spPr>
                <a:xfrm>
                  <a:off x="683280" y="531576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9" name="Google Shape;604;p20"/>
                <p:cNvSpPr/>
                <p:nvPr/>
              </p:nvSpPr>
              <p:spPr>
                <a:xfrm>
                  <a:off x="708120" y="552168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20" name="Google Shape;605;p20"/>
              <p:cNvGrpSpPr/>
              <p:nvPr/>
            </p:nvGrpSpPr>
            <p:grpSpPr>
              <a:xfrm>
                <a:off x="665280" y="4041360"/>
                <a:ext cx="314280" cy="314640"/>
                <a:chOff x="665280" y="4041360"/>
                <a:chExt cx="314280" cy="314640"/>
              </a:xfrm>
            </p:grpSpPr>
            <p:sp>
              <p:nvSpPr>
                <p:cNvPr id="321" name="Google Shape;606;p20"/>
                <p:cNvSpPr/>
                <p:nvPr/>
              </p:nvSpPr>
              <p:spPr>
                <a:xfrm>
                  <a:off x="704520" y="407160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2" name="Google Shape;607;p20"/>
                <p:cNvSpPr/>
                <p:nvPr/>
              </p:nvSpPr>
              <p:spPr>
                <a:xfrm>
                  <a:off x="665280" y="404136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23" name="Google Shape;608;p20"/>
              <p:cNvGrpSpPr/>
              <p:nvPr/>
            </p:nvGrpSpPr>
            <p:grpSpPr>
              <a:xfrm>
                <a:off x="644400" y="4657320"/>
                <a:ext cx="356040" cy="357120"/>
                <a:chOff x="644400" y="4657320"/>
                <a:chExt cx="356040" cy="357120"/>
              </a:xfrm>
            </p:grpSpPr>
            <p:sp>
              <p:nvSpPr>
                <p:cNvPr id="324" name="Google Shape;609;p20"/>
                <p:cNvSpPr/>
                <p:nvPr/>
              </p:nvSpPr>
              <p:spPr>
                <a:xfrm>
                  <a:off x="722160" y="486756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5" name="Google Shape;610;p20"/>
                <p:cNvSpPr/>
                <p:nvPr/>
              </p:nvSpPr>
              <p:spPr>
                <a:xfrm>
                  <a:off x="853920" y="486828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6" name="Google Shape;611;p20"/>
                <p:cNvSpPr/>
                <p:nvPr/>
              </p:nvSpPr>
              <p:spPr>
                <a:xfrm>
                  <a:off x="722160" y="473616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7" name="Google Shape;612;p20"/>
                <p:cNvSpPr/>
                <p:nvPr/>
              </p:nvSpPr>
              <p:spPr>
                <a:xfrm>
                  <a:off x="852480" y="473616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8" name="Google Shape;613;p20"/>
                <p:cNvSpPr/>
                <p:nvPr/>
              </p:nvSpPr>
              <p:spPr>
                <a:xfrm>
                  <a:off x="803160" y="481968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9" name="Google Shape;614;p20"/>
                <p:cNvSpPr/>
                <p:nvPr/>
              </p:nvSpPr>
              <p:spPr>
                <a:xfrm>
                  <a:off x="716400" y="473148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0" name="Google Shape;615;p20"/>
                <p:cNvSpPr/>
                <p:nvPr/>
              </p:nvSpPr>
              <p:spPr>
                <a:xfrm>
                  <a:off x="644400" y="465732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1" name="Google Shape;616;p20"/>
              <p:cNvGrpSpPr/>
              <p:nvPr/>
            </p:nvGrpSpPr>
            <p:grpSpPr>
              <a:xfrm>
                <a:off x="87840" y="4975560"/>
                <a:ext cx="354600" cy="366480"/>
                <a:chOff x="87840" y="4975560"/>
                <a:chExt cx="354600" cy="366480"/>
              </a:xfrm>
            </p:grpSpPr>
            <p:sp>
              <p:nvSpPr>
                <p:cNvPr id="332" name="Google Shape;617;p20"/>
                <p:cNvSpPr/>
                <p:nvPr/>
              </p:nvSpPr>
              <p:spPr>
                <a:xfrm>
                  <a:off x="87840" y="497556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3" name="Google Shape;618;p20"/>
                <p:cNvSpPr/>
                <p:nvPr/>
              </p:nvSpPr>
              <p:spPr>
                <a:xfrm>
                  <a:off x="335880" y="529596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4" name="Google Shape;619;p20"/>
                <p:cNvSpPr/>
                <p:nvPr/>
              </p:nvSpPr>
              <p:spPr>
                <a:xfrm>
                  <a:off x="279360" y="522504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35" name="Google Shape;620;p20"/>
              <p:cNvGrpSpPr/>
              <p:nvPr/>
            </p:nvGrpSpPr>
            <p:grpSpPr>
              <a:xfrm>
                <a:off x="101880" y="4358160"/>
                <a:ext cx="326520" cy="318600"/>
                <a:chOff x="101880" y="4358160"/>
                <a:chExt cx="326520" cy="318600"/>
              </a:xfrm>
            </p:grpSpPr>
            <p:sp>
              <p:nvSpPr>
                <p:cNvPr id="336" name="Google Shape;621;p20"/>
                <p:cNvSpPr/>
                <p:nvPr/>
              </p:nvSpPr>
              <p:spPr>
                <a:xfrm>
                  <a:off x="227880" y="46551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7" name="Google Shape;622;p20"/>
                <p:cNvSpPr/>
                <p:nvPr/>
              </p:nvSpPr>
              <p:spPr>
                <a:xfrm>
                  <a:off x="101880" y="447660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8" name="Google Shape;623;p20"/>
                <p:cNvSpPr/>
                <p:nvPr/>
              </p:nvSpPr>
              <p:spPr>
                <a:xfrm>
                  <a:off x="239760" y="461088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9" name="Google Shape;624;p20"/>
                <p:cNvSpPr/>
                <p:nvPr/>
              </p:nvSpPr>
              <p:spPr>
                <a:xfrm>
                  <a:off x="126720" y="435816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0" name="Google Shape;625;p20"/>
                <p:cNvSpPr/>
                <p:nvPr/>
              </p:nvSpPr>
              <p:spPr>
                <a:xfrm>
                  <a:off x="255240" y="45687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1" name="Google Shape;626;p20"/>
                <p:cNvSpPr/>
                <p:nvPr/>
              </p:nvSpPr>
              <p:spPr>
                <a:xfrm>
                  <a:off x="270720" y="45259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2" name="Google Shape;627;p20"/>
                <p:cNvSpPr/>
                <p:nvPr/>
              </p:nvSpPr>
              <p:spPr>
                <a:xfrm>
                  <a:off x="300240" y="443376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3" name="Google Shape;628;p20"/>
                <p:cNvSpPr/>
                <p:nvPr/>
              </p:nvSpPr>
              <p:spPr>
                <a:xfrm>
                  <a:off x="337680" y="441288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4" name="Google Shape;629;p20"/>
                <p:cNvSpPr/>
                <p:nvPr/>
              </p:nvSpPr>
              <p:spPr>
                <a:xfrm>
                  <a:off x="374760" y="438408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sp>
        <p:nvSpPr>
          <p:cNvPr id="345" name="PlaceHolder 1"/>
          <p:cNvSpPr>
            <a:spLocks noGrp="1"/>
          </p:cNvSpPr>
          <p:nvPr>
            <p:ph type="title"/>
          </p:nvPr>
        </p:nvSpPr>
        <p:spPr>
          <a:xfrm>
            <a:off x="1665000" y="2743200"/>
            <a:ext cx="2689920" cy="768600"/>
          </a:xfrm>
          <a:prstGeom prst="rect">
            <a:avLst/>
          </a:prstGeom>
          <a:noFill/>
          <a:ln w="0">
            <a:noFill/>
          </a:ln>
        </p:spPr>
        <p:txBody>
          <a:bodyPr lIns="91440" tIns="91440" rIns="91440" bIns="91440" anchor="b">
            <a:noAutofit/>
          </a:bodyPr>
          <a:lstStyle/>
          <a:p>
            <a:pPr indent="0" algn="ctr">
              <a:lnSpc>
                <a:spcPct val="100000"/>
              </a:lnSpc>
              <a:buNone/>
            </a:pPr>
            <a:r>
              <a:rPr lang="fr-FR" sz="4000" b="1" u="none" strike="noStrike">
                <a:solidFill>
                  <a:schemeClr val="dk1"/>
                </a:solidFill>
                <a:effectLst/>
                <a:uFillTx/>
                <a:latin typeface="Montserrat"/>
                <a:ea typeface="Montserrat"/>
              </a:rPr>
              <a:t>xx%</a:t>
            </a:r>
            <a:endParaRPr lang="fr-FR" sz="4000" b="0" u="none" strike="noStrike">
              <a:solidFill>
                <a:schemeClr val="dk1"/>
              </a:solidFill>
              <a:effectLst/>
              <a:uFillTx/>
              <a:latin typeface="Arial"/>
            </a:endParaRPr>
          </a:p>
        </p:txBody>
      </p:sp>
      <p:sp>
        <p:nvSpPr>
          <p:cNvPr id="346" name="PlaceHolder 2"/>
          <p:cNvSpPr>
            <a:spLocks noGrp="1"/>
          </p:cNvSpPr>
          <p:nvPr>
            <p:ph type="title"/>
          </p:nvPr>
        </p:nvSpPr>
        <p:spPr>
          <a:xfrm>
            <a:off x="3226680" y="1032480"/>
            <a:ext cx="2689920" cy="768600"/>
          </a:xfrm>
          <a:prstGeom prst="rect">
            <a:avLst/>
          </a:prstGeom>
          <a:noFill/>
          <a:ln w="0">
            <a:noFill/>
          </a:ln>
        </p:spPr>
        <p:txBody>
          <a:bodyPr lIns="91440" tIns="91440" rIns="91440" bIns="91440" anchor="b">
            <a:noAutofit/>
          </a:bodyPr>
          <a:lstStyle/>
          <a:p>
            <a:pPr indent="0" algn="ctr">
              <a:lnSpc>
                <a:spcPct val="100000"/>
              </a:lnSpc>
              <a:buNone/>
            </a:pPr>
            <a:r>
              <a:rPr lang="fr-FR" sz="4000" b="0" u="none" strike="noStrike">
                <a:solidFill>
                  <a:schemeClr val="dk1"/>
                </a:solidFill>
                <a:effectLst/>
                <a:uFillTx/>
                <a:latin typeface="Montserrat"/>
                <a:ea typeface="Montserrat"/>
              </a:rPr>
              <a:t>xx%</a:t>
            </a:r>
            <a:endParaRPr lang="fr-FR" sz="4000" b="0" u="none" strike="noStrike">
              <a:solidFill>
                <a:schemeClr val="dk1"/>
              </a:solidFill>
              <a:effectLst/>
              <a:uFillTx/>
              <a:latin typeface="Arial"/>
            </a:endParaRPr>
          </a:p>
        </p:txBody>
      </p:sp>
      <p:sp>
        <p:nvSpPr>
          <p:cNvPr id="347" name="PlaceHolder 3"/>
          <p:cNvSpPr>
            <a:spLocks noGrp="1"/>
          </p:cNvSpPr>
          <p:nvPr>
            <p:ph type="title"/>
          </p:nvPr>
        </p:nvSpPr>
        <p:spPr>
          <a:xfrm>
            <a:off x="4788360" y="2743200"/>
            <a:ext cx="2689920" cy="768600"/>
          </a:xfrm>
          <a:prstGeom prst="rect">
            <a:avLst/>
          </a:prstGeom>
          <a:noFill/>
          <a:ln w="0">
            <a:noFill/>
          </a:ln>
        </p:spPr>
        <p:txBody>
          <a:bodyPr lIns="91440" tIns="91440" rIns="91440" bIns="91440" anchor="b">
            <a:noAutofit/>
          </a:bodyPr>
          <a:lstStyle/>
          <a:p>
            <a:pPr indent="0" algn="ctr">
              <a:lnSpc>
                <a:spcPct val="100000"/>
              </a:lnSpc>
              <a:buNone/>
            </a:pPr>
            <a:r>
              <a:rPr lang="fr-FR" sz="4000" b="1" u="none" strike="noStrike">
                <a:solidFill>
                  <a:schemeClr val="dk1"/>
                </a:solidFill>
                <a:effectLst/>
                <a:uFillTx/>
                <a:latin typeface="Montserrat"/>
                <a:ea typeface="Montserrat"/>
              </a:rPr>
              <a:t>xx%</a:t>
            </a:r>
            <a:endParaRPr lang="fr-FR" sz="4000" b="0" u="none" strike="noStrike">
              <a:solidFill>
                <a:schemeClr val="dk1"/>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pic>
        <p:nvPicPr>
          <p:cNvPr id="348" name="Google Shape;17;p3"/>
          <p:cNvPicPr/>
          <p:nvPr/>
        </p:nvPicPr>
        <p:blipFill>
          <a:blip r:embed="rId2"/>
          <a:srcRect t="1844" r="1844"/>
          <a:stretch/>
        </p:blipFill>
        <p:spPr>
          <a:xfrm>
            <a:off x="0" y="0"/>
            <a:ext cx="9143640" cy="5143320"/>
          </a:xfrm>
          <a:prstGeom prst="rect">
            <a:avLst/>
          </a:prstGeom>
          <a:noFill/>
          <a:ln w="0">
            <a:noFill/>
          </a:ln>
        </p:spPr>
      </p:pic>
      <p:pic>
        <p:nvPicPr>
          <p:cNvPr id="349" name="Google Shape;18;p3"/>
          <p:cNvPicPr/>
          <p:nvPr/>
        </p:nvPicPr>
        <p:blipFill>
          <a:blip r:embed="rId3">
            <a:alphaModFix amt="60000"/>
          </a:blip>
          <a:srcRect b="1681"/>
          <a:stretch/>
        </p:blipFill>
        <p:spPr>
          <a:xfrm>
            <a:off x="0" y="0"/>
            <a:ext cx="2740680" cy="5143320"/>
          </a:xfrm>
          <a:prstGeom prst="rect">
            <a:avLst/>
          </a:prstGeom>
          <a:noFill/>
          <a:ln w="0">
            <a:noFill/>
          </a:ln>
        </p:spPr>
      </p:pic>
      <p:grpSp>
        <p:nvGrpSpPr>
          <p:cNvPr id="350" name="Google Shape;19;p3"/>
          <p:cNvGrpSpPr/>
          <p:nvPr/>
        </p:nvGrpSpPr>
        <p:grpSpPr>
          <a:xfrm>
            <a:off x="-1317240" y="-1764360"/>
            <a:ext cx="12139560" cy="8643960"/>
            <a:chOff x="-1317240" y="-1764360"/>
            <a:chExt cx="12139560" cy="8643960"/>
          </a:xfrm>
        </p:grpSpPr>
        <p:pic>
          <p:nvPicPr>
            <p:cNvPr id="351" name="Google Shape;20;p3"/>
            <p:cNvPicPr/>
            <p:nvPr/>
          </p:nvPicPr>
          <p:blipFill>
            <a:blip r:embed="rId4">
              <a:alphaModFix amt="50000"/>
            </a:blip>
            <a:stretch/>
          </p:blipFill>
          <p:spPr>
            <a:xfrm rot="1120800">
              <a:off x="6818760" y="-1288440"/>
              <a:ext cx="3541680" cy="3464640"/>
            </a:xfrm>
            <a:prstGeom prst="rect">
              <a:avLst/>
            </a:prstGeom>
            <a:noFill/>
            <a:ln w="0">
              <a:noFill/>
            </a:ln>
          </p:spPr>
        </p:pic>
        <p:pic>
          <p:nvPicPr>
            <p:cNvPr id="352" name="Google Shape;21;p3"/>
            <p:cNvPicPr/>
            <p:nvPr/>
          </p:nvPicPr>
          <p:blipFill>
            <a:blip r:embed="rId4">
              <a:alphaModFix amt="50000"/>
            </a:blip>
            <a:stretch/>
          </p:blipFill>
          <p:spPr>
            <a:xfrm rot="4680600">
              <a:off x="-1025640" y="3054960"/>
              <a:ext cx="3541680" cy="3464640"/>
            </a:xfrm>
            <a:prstGeom prst="rect">
              <a:avLst/>
            </a:prstGeom>
            <a:noFill/>
            <a:ln w="0">
              <a:noFill/>
            </a:ln>
          </p:spPr>
        </p:pic>
      </p:grpSp>
      <p:grpSp>
        <p:nvGrpSpPr>
          <p:cNvPr id="353" name="Google Shape;22;p3"/>
          <p:cNvGrpSpPr/>
          <p:nvPr/>
        </p:nvGrpSpPr>
        <p:grpSpPr>
          <a:xfrm>
            <a:off x="-812520" y="-464040"/>
            <a:ext cx="10246680" cy="6233040"/>
            <a:chOff x="-812520" y="-464040"/>
            <a:chExt cx="10246680" cy="6233040"/>
          </a:xfrm>
        </p:grpSpPr>
        <p:grpSp>
          <p:nvGrpSpPr>
            <p:cNvPr id="354" name="Google Shape;23;p3"/>
            <p:cNvGrpSpPr/>
            <p:nvPr/>
          </p:nvGrpSpPr>
          <p:grpSpPr>
            <a:xfrm>
              <a:off x="-812520" y="-464040"/>
              <a:ext cx="1963080" cy="2007000"/>
              <a:chOff x="-812520" y="-464040"/>
              <a:chExt cx="1963080" cy="2007000"/>
            </a:xfrm>
          </p:grpSpPr>
          <p:pic>
            <p:nvPicPr>
              <p:cNvPr id="355" name="Google Shape;24;p3"/>
              <p:cNvPicPr/>
              <p:nvPr/>
            </p:nvPicPr>
            <p:blipFill>
              <a:blip r:embed="rId5">
                <a:alphaModFix amt="50000"/>
              </a:blip>
              <a:stretch/>
            </p:blipFill>
            <p:spPr>
              <a:xfrm rot="5400000">
                <a:off x="-834480" y="-442080"/>
                <a:ext cx="2007000" cy="1963080"/>
              </a:xfrm>
              <a:prstGeom prst="rect">
                <a:avLst/>
              </a:prstGeom>
              <a:noFill/>
              <a:ln w="0">
                <a:noFill/>
              </a:ln>
            </p:spPr>
          </p:pic>
          <p:grpSp>
            <p:nvGrpSpPr>
              <p:cNvPr id="356" name="Google Shape;25;p3"/>
              <p:cNvGrpSpPr/>
              <p:nvPr/>
            </p:nvGrpSpPr>
            <p:grpSpPr>
              <a:xfrm>
                <a:off x="432360" y="425520"/>
                <a:ext cx="326880" cy="318240"/>
                <a:chOff x="432360" y="425520"/>
                <a:chExt cx="326880" cy="318240"/>
              </a:xfrm>
            </p:grpSpPr>
            <p:sp>
              <p:nvSpPr>
                <p:cNvPr id="357" name="Google Shape;26;p3"/>
                <p:cNvSpPr/>
                <p:nvPr/>
              </p:nvSpPr>
              <p:spPr>
                <a:xfrm>
                  <a:off x="558720" y="7221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8" name="Google Shape;27;p3"/>
                <p:cNvSpPr/>
                <p:nvPr/>
              </p:nvSpPr>
              <p:spPr>
                <a:xfrm>
                  <a:off x="432360" y="5439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9" name="Google Shape;28;p3"/>
                <p:cNvSpPr/>
                <p:nvPr/>
              </p:nvSpPr>
              <p:spPr>
                <a:xfrm>
                  <a:off x="570240" y="6782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0" name="Google Shape;29;p3"/>
                <p:cNvSpPr/>
                <p:nvPr/>
              </p:nvSpPr>
              <p:spPr>
                <a:xfrm>
                  <a:off x="457560" y="4255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30;p3"/>
                <p:cNvSpPr/>
                <p:nvPr/>
              </p:nvSpPr>
              <p:spPr>
                <a:xfrm>
                  <a:off x="586080" y="6357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2" name="Google Shape;31;p3"/>
                <p:cNvSpPr/>
                <p:nvPr/>
              </p:nvSpPr>
              <p:spPr>
                <a:xfrm>
                  <a:off x="601560" y="5929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3" name="Google Shape;32;p3"/>
                <p:cNvSpPr/>
                <p:nvPr/>
              </p:nvSpPr>
              <p:spPr>
                <a:xfrm>
                  <a:off x="631080" y="5011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4" name="Google Shape;33;p3"/>
                <p:cNvSpPr/>
                <p:nvPr/>
              </p:nvSpPr>
              <p:spPr>
                <a:xfrm>
                  <a:off x="668520" y="4802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5" name="Google Shape;34;p3"/>
                <p:cNvSpPr/>
                <p:nvPr/>
              </p:nvSpPr>
              <p:spPr>
                <a:xfrm>
                  <a:off x="705600" y="45108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66" name="Google Shape;35;p3"/>
              <p:cNvGrpSpPr/>
              <p:nvPr/>
            </p:nvGrpSpPr>
            <p:grpSpPr>
              <a:xfrm>
                <a:off x="475920" y="1088640"/>
                <a:ext cx="268200" cy="268560"/>
                <a:chOff x="475920" y="1088640"/>
                <a:chExt cx="268200" cy="268560"/>
              </a:xfrm>
            </p:grpSpPr>
            <p:sp>
              <p:nvSpPr>
                <p:cNvPr id="367" name="Google Shape;36;p3"/>
                <p:cNvSpPr/>
                <p:nvPr/>
              </p:nvSpPr>
              <p:spPr>
                <a:xfrm>
                  <a:off x="534240" y="12470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8" name="Google Shape;37;p3"/>
                <p:cNvSpPr/>
                <p:nvPr/>
              </p:nvSpPr>
              <p:spPr>
                <a:xfrm>
                  <a:off x="633600" y="12477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9" name="Google Shape;38;p3"/>
                <p:cNvSpPr/>
                <p:nvPr/>
              </p:nvSpPr>
              <p:spPr>
                <a:xfrm>
                  <a:off x="534240" y="11484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0" name="Google Shape;39;p3"/>
                <p:cNvSpPr/>
                <p:nvPr/>
              </p:nvSpPr>
              <p:spPr>
                <a:xfrm>
                  <a:off x="632520" y="11484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1" name="Google Shape;40;p3"/>
                <p:cNvSpPr/>
                <p:nvPr/>
              </p:nvSpPr>
              <p:spPr>
                <a:xfrm>
                  <a:off x="595440" y="12110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2" name="Google Shape;41;p3"/>
                <p:cNvSpPr/>
                <p:nvPr/>
              </p:nvSpPr>
              <p:spPr>
                <a:xfrm>
                  <a:off x="530280" y="11448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3" name="Google Shape;42;p3"/>
                <p:cNvSpPr/>
                <p:nvPr/>
              </p:nvSpPr>
              <p:spPr>
                <a:xfrm>
                  <a:off x="475920" y="108864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74" name="Google Shape;43;p3"/>
              <p:cNvGrpSpPr/>
              <p:nvPr/>
            </p:nvGrpSpPr>
            <p:grpSpPr>
              <a:xfrm>
                <a:off x="-163800" y="693720"/>
                <a:ext cx="399240" cy="412560"/>
                <a:chOff x="-163800" y="693720"/>
                <a:chExt cx="399240" cy="412560"/>
              </a:xfrm>
            </p:grpSpPr>
            <p:sp>
              <p:nvSpPr>
                <p:cNvPr id="375" name="Google Shape;44;p3"/>
                <p:cNvSpPr/>
                <p:nvPr/>
              </p:nvSpPr>
              <p:spPr>
                <a:xfrm>
                  <a:off x="-163800" y="6937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6" name="Google Shape;45;p3"/>
                <p:cNvSpPr/>
                <p:nvPr/>
              </p:nvSpPr>
              <p:spPr>
                <a:xfrm>
                  <a:off x="115560" y="10544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7" name="Google Shape;46;p3"/>
                <p:cNvSpPr/>
                <p:nvPr/>
              </p:nvSpPr>
              <p:spPr>
                <a:xfrm>
                  <a:off x="51840" y="9745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378" name="Google Shape;47;p3"/>
            <p:cNvGrpSpPr/>
            <p:nvPr/>
          </p:nvGrpSpPr>
          <p:grpSpPr>
            <a:xfrm>
              <a:off x="7427160" y="3805920"/>
              <a:ext cx="2007000" cy="1963080"/>
              <a:chOff x="7427160" y="3805920"/>
              <a:chExt cx="2007000" cy="1963080"/>
            </a:xfrm>
          </p:grpSpPr>
          <p:pic>
            <p:nvPicPr>
              <p:cNvPr id="379" name="Google Shape;48;p3"/>
              <p:cNvPicPr/>
              <p:nvPr/>
            </p:nvPicPr>
            <p:blipFill>
              <a:blip r:embed="rId5">
                <a:alphaModFix amt="50000"/>
              </a:blip>
              <a:stretch/>
            </p:blipFill>
            <p:spPr>
              <a:xfrm>
                <a:off x="7427160" y="3805920"/>
                <a:ext cx="2007000" cy="1963080"/>
              </a:xfrm>
              <a:prstGeom prst="rect">
                <a:avLst/>
              </a:prstGeom>
              <a:noFill/>
              <a:ln w="0">
                <a:noFill/>
              </a:ln>
            </p:spPr>
          </p:pic>
          <p:grpSp>
            <p:nvGrpSpPr>
              <p:cNvPr id="380" name="Google Shape;49;p3"/>
              <p:cNvGrpSpPr/>
              <p:nvPr/>
            </p:nvGrpSpPr>
            <p:grpSpPr>
              <a:xfrm>
                <a:off x="7684560" y="4187160"/>
                <a:ext cx="344160" cy="317160"/>
                <a:chOff x="7684560" y="4187160"/>
                <a:chExt cx="344160" cy="317160"/>
              </a:xfrm>
            </p:grpSpPr>
            <p:sp>
              <p:nvSpPr>
                <p:cNvPr id="381" name="Google Shape;50;p3"/>
                <p:cNvSpPr/>
                <p:nvPr/>
              </p:nvSpPr>
              <p:spPr>
                <a:xfrm>
                  <a:off x="7799400" y="42408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2" name="Google Shape;51;p3"/>
                <p:cNvSpPr/>
                <p:nvPr/>
              </p:nvSpPr>
              <p:spPr>
                <a:xfrm>
                  <a:off x="7684560" y="442584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3" name="Google Shape;52;p3"/>
                <p:cNvSpPr/>
                <p:nvPr/>
              </p:nvSpPr>
              <p:spPr>
                <a:xfrm>
                  <a:off x="7717680" y="418716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4" name="Google Shape;53;p3"/>
                <p:cNvSpPr/>
                <p:nvPr/>
              </p:nvSpPr>
              <p:spPr>
                <a:xfrm>
                  <a:off x="7742520" y="439308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85" name="Google Shape;54;p3"/>
              <p:cNvGrpSpPr/>
              <p:nvPr/>
            </p:nvGrpSpPr>
            <p:grpSpPr>
              <a:xfrm>
                <a:off x="8322120" y="4188240"/>
                <a:ext cx="314280" cy="314640"/>
                <a:chOff x="8322120" y="4188240"/>
                <a:chExt cx="314280" cy="314640"/>
              </a:xfrm>
            </p:grpSpPr>
            <p:sp>
              <p:nvSpPr>
                <p:cNvPr id="386" name="Google Shape;55;p3"/>
                <p:cNvSpPr/>
                <p:nvPr/>
              </p:nvSpPr>
              <p:spPr>
                <a:xfrm>
                  <a:off x="8361720" y="421848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7" name="Google Shape;56;p3"/>
                <p:cNvSpPr/>
                <p:nvPr/>
              </p:nvSpPr>
              <p:spPr>
                <a:xfrm>
                  <a:off x="8322120" y="418824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388" name="Google Shape;57;p3"/>
              <p:cNvGrpSpPr/>
              <p:nvPr/>
            </p:nvGrpSpPr>
            <p:grpSpPr>
              <a:xfrm>
                <a:off x="7958160" y="4710240"/>
                <a:ext cx="405360" cy="405000"/>
                <a:chOff x="7958160" y="4710240"/>
                <a:chExt cx="405360" cy="405000"/>
              </a:xfrm>
            </p:grpSpPr>
            <p:sp>
              <p:nvSpPr>
                <p:cNvPr id="389" name="Google Shape;58;p3"/>
                <p:cNvSpPr/>
                <p:nvPr/>
              </p:nvSpPr>
              <p:spPr>
                <a:xfrm>
                  <a:off x="8060400" y="471024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0" name="Google Shape;59;p3"/>
                <p:cNvSpPr/>
                <p:nvPr/>
              </p:nvSpPr>
              <p:spPr>
                <a:xfrm>
                  <a:off x="8150760" y="480276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1" name="Google Shape;60;p3"/>
                <p:cNvSpPr/>
                <p:nvPr/>
              </p:nvSpPr>
              <p:spPr>
                <a:xfrm>
                  <a:off x="8119080" y="493776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2" name="Google Shape;61;p3"/>
                <p:cNvSpPr/>
                <p:nvPr/>
              </p:nvSpPr>
              <p:spPr>
                <a:xfrm>
                  <a:off x="7958160" y="489744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3" name="Google Shape;62;p3"/>
                <p:cNvSpPr/>
                <p:nvPr/>
              </p:nvSpPr>
              <p:spPr>
                <a:xfrm>
                  <a:off x="8199720" y="489348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sp>
        <p:nvSpPr>
          <p:cNvPr id="394" name="PlaceHolder 1"/>
          <p:cNvSpPr>
            <a:spLocks noGrp="1"/>
          </p:cNvSpPr>
          <p:nvPr>
            <p:ph type="title"/>
          </p:nvPr>
        </p:nvSpPr>
        <p:spPr>
          <a:xfrm>
            <a:off x="1864800" y="2179440"/>
            <a:ext cx="5413680" cy="1626120"/>
          </a:xfrm>
          <a:prstGeom prst="rect">
            <a:avLst/>
          </a:prstGeom>
          <a:noFill/>
          <a:ln w="0">
            <a:noFill/>
          </a:ln>
        </p:spPr>
        <p:txBody>
          <a:bodyPr lIns="91440" tIns="91440" rIns="91440" bIns="91440" anchor="t">
            <a:noAutofit/>
          </a:bodyPr>
          <a:lstStyle/>
          <a:p>
            <a:pPr indent="0">
              <a:buNone/>
            </a:pPr>
            <a:r>
              <a:rPr lang="fr-FR" sz="4800" b="0" u="none" strike="noStrike">
                <a:solidFill>
                  <a:schemeClr val="dk1"/>
                </a:solidFill>
                <a:effectLst/>
                <a:uFillTx/>
                <a:latin typeface="Arial"/>
              </a:rPr>
              <a:t>Click to edit the title text format</a:t>
            </a:r>
          </a:p>
        </p:txBody>
      </p:sp>
      <p:sp>
        <p:nvSpPr>
          <p:cNvPr id="395" name="PlaceHolder 2"/>
          <p:cNvSpPr>
            <a:spLocks noGrp="1"/>
          </p:cNvSpPr>
          <p:nvPr>
            <p:ph type="title"/>
          </p:nvPr>
        </p:nvSpPr>
        <p:spPr>
          <a:xfrm>
            <a:off x="1864800" y="1337400"/>
            <a:ext cx="1474200" cy="841320"/>
          </a:xfrm>
          <a:prstGeom prst="rect">
            <a:avLst/>
          </a:prstGeom>
          <a:noFill/>
          <a:ln w="0">
            <a:noFill/>
          </a:ln>
        </p:spPr>
        <p:txBody>
          <a:bodyPr lIns="91440" tIns="91440" rIns="91440" bIns="91440" anchor="b">
            <a:noAutofit/>
          </a:bodyPr>
          <a:lstStyle/>
          <a:p>
            <a:pPr indent="0">
              <a:lnSpc>
                <a:spcPct val="100000"/>
              </a:lnSpc>
              <a:buNone/>
            </a:pPr>
            <a:r>
              <a:rPr lang="fr-FR" sz="6000" b="0" u="none" strike="noStrike">
                <a:solidFill>
                  <a:schemeClr val="lt1"/>
                </a:solidFill>
                <a:effectLst/>
                <a:uFillTx/>
                <a:latin typeface="Montserrat"/>
                <a:ea typeface="Montserrat"/>
              </a:rPr>
              <a:t>xx%</a:t>
            </a:r>
            <a:endParaRPr lang="fr-FR" sz="6000" b="0" u="none" strike="noStrike">
              <a:solidFill>
                <a:schemeClr val="dk1"/>
              </a:solidFill>
              <a:effectLst/>
              <a:uFillTx/>
              <a:latin typeface="Arial"/>
            </a:endParaRPr>
          </a:p>
        </p:txBody>
      </p:sp>
      <p:sp>
        <p:nvSpPr>
          <p:cNvPr id="396"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3_1">
    <p:spTree>
      <p:nvGrpSpPr>
        <p:cNvPr id="1" name=""/>
        <p:cNvGrpSpPr/>
        <p:nvPr/>
      </p:nvGrpSpPr>
      <p:grpSpPr>
        <a:xfrm>
          <a:off x="0" y="0"/>
          <a:ext cx="0" cy="0"/>
          <a:chOff x="0" y="0"/>
          <a:chExt cx="0" cy="0"/>
        </a:xfrm>
      </p:grpSpPr>
      <p:pic>
        <p:nvPicPr>
          <p:cNvPr id="438" name="Google Shape;680;p23"/>
          <p:cNvPicPr/>
          <p:nvPr/>
        </p:nvPicPr>
        <p:blipFill>
          <a:blip r:embed="rId2"/>
          <a:srcRect t="1844" r="1844"/>
          <a:stretch/>
        </p:blipFill>
        <p:spPr>
          <a:xfrm flipH="1">
            <a:off x="360" y="0"/>
            <a:ext cx="9143640" cy="5143320"/>
          </a:xfrm>
          <a:prstGeom prst="rect">
            <a:avLst/>
          </a:prstGeom>
          <a:noFill/>
          <a:ln w="0">
            <a:noFill/>
          </a:ln>
        </p:spPr>
      </p:pic>
      <p:pic>
        <p:nvPicPr>
          <p:cNvPr id="439" name="Google Shape;681;p23"/>
          <p:cNvPicPr/>
          <p:nvPr/>
        </p:nvPicPr>
        <p:blipFill>
          <a:blip r:embed="rId3">
            <a:alphaModFix amt="60000"/>
          </a:blip>
          <a:srcRect b="1681"/>
          <a:stretch/>
        </p:blipFill>
        <p:spPr>
          <a:xfrm flipH="1">
            <a:off x="6489000" y="0"/>
            <a:ext cx="2740680" cy="5143320"/>
          </a:xfrm>
          <a:prstGeom prst="rect">
            <a:avLst/>
          </a:prstGeom>
          <a:noFill/>
          <a:ln w="0">
            <a:noFill/>
          </a:ln>
        </p:spPr>
      </p:pic>
      <p:sp>
        <p:nvSpPr>
          <p:cNvPr id="440" name="Google Shape;682;p23"/>
          <p:cNvSpPr/>
          <p:nvPr/>
        </p:nvSpPr>
        <p:spPr>
          <a:xfrm>
            <a:off x="2099160" y="3619080"/>
            <a:ext cx="38419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Actor"/>
                <a:ea typeface="Actor"/>
              </a:rPr>
              <a:t>CREDITS:</a:t>
            </a:r>
            <a:r>
              <a:rPr lang="en" sz="1000" b="0" u="none" strike="noStrike">
                <a:solidFill>
                  <a:schemeClr val="dk1"/>
                </a:solidFill>
                <a:effectLst/>
                <a:uFillTx/>
                <a:latin typeface="Actor"/>
                <a:ea typeface="Actor"/>
              </a:rPr>
              <a:t> This presentation template was created by </a:t>
            </a:r>
            <a:r>
              <a:rPr lang="en" sz="1000" b="1" u="sng" strike="noStrike">
                <a:solidFill>
                  <a:schemeClr val="hlink"/>
                </a:solidFill>
                <a:effectLst/>
                <a:uFillTx/>
                <a:latin typeface="Actor"/>
                <a:ea typeface="Actor"/>
                <a:hlinkClick r:id="rId4"/>
              </a:rPr>
              <a:t>Slidesgo</a:t>
            </a:r>
            <a:r>
              <a:rPr lang="en" sz="1000" b="0" u="none" strike="noStrike">
                <a:solidFill>
                  <a:schemeClr val="dk1"/>
                </a:solidFill>
                <a:effectLst/>
                <a:uFillTx/>
                <a:latin typeface="Actor"/>
                <a:ea typeface="Actor"/>
              </a:rPr>
              <a:t>, and includes icons, infographics &amp; images by </a:t>
            </a:r>
            <a:r>
              <a:rPr lang="en" sz="1000" b="1" u="sng" strike="noStrike">
                <a:solidFill>
                  <a:schemeClr val="dk1"/>
                </a:solidFill>
                <a:effectLst/>
                <a:uFillTx/>
                <a:latin typeface="Actor"/>
                <a:ea typeface="Actor"/>
                <a:hlinkClick r:id="rId5"/>
              </a:rPr>
              <a:t>Freepik</a:t>
            </a:r>
            <a:r>
              <a:rPr lang="en" sz="1000" b="0" u="none" strike="noStrike">
                <a:solidFill>
                  <a:schemeClr val="dk1"/>
                </a:solidFill>
                <a:effectLst/>
                <a:uFillTx/>
                <a:latin typeface="Actor"/>
                <a:ea typeface="Actor"/>
              </a:rPr>
              <a:t> </a:t>
            </a:r>
            <a:endParaRPr lang="en-US" sz="1000" b="0" u="none" strike="noStrike">
              <a:solidFill>
                <a:srgbClr val="FFFFFF"/>
              </a:solidFill>
              <a:effectLst/>
              <a:uFillTx/>
              <a:latin typeface="OpenSymbol"/>
            </a:endParaRPr>
          </a:p>
        </p:txBody>
      </p:sp>
      <p:grpSp>
        <p:nvGrpSpPr>
          <p:cNvPr id="441" name="Google Shape;683;p23"/>
          <p:cNvGrpSpPr/>
          <p:nvPr/>
        </p:nvGrpSpPr>
        <p:grpSpPr>
          <a:xfrm>
            <a:off x="-2067480" y="2016000"/>
            <a:ext cx="13659840" cy="5645520"/>
            <a:chOff x="-2067480" y="2016000"/>
            <a:chExt cx="13659840" cy="5645520"/>
          </a:xfrm>
        </p:grpSpPr>
        <p:pic>
          <p:nvPicPr>
            <p:cNvPr id="442" name="Google Shape;684;p23"/>
            <p:cNvPicPr/>
            <p:nvPr/>
          </p:nvPicPr>
          <p:blipFill>
            <a:blip r:embed="rId6">
              <a:alphaModFix amt="50000"/>
            </a:blip>
            <a:stretch/>
          </p:blipFill>
          <p:spPr>
            <a:xfrm rot="2277600" flipH="1">
              <a:off x="7359480" y="3474000"/>
              <a:ext cx="3541680" cy="3464640"/>
            </a:xfrm>
            <a:prstGeom prst="rect">
              <a:avLst/>
            </a:prstGeom>
            <a:noFill/>
            <a:ln w="0">
              <a:noFill/>
            </a:ln>
          </p:spPr>
        </p:pic>
        <p:pic>
          <p:nvPicPr>
            <p:cNvPr id="443" name="Google Shape;685;p23"/>
            <p:cNvPicPr/>
            <p:nvPr/>
          </p:nvPicPr>
          <p:blipFill>
            <a:blip r:embed="rId6">
              <a:alphaModFix amt="50000"/>
            </a:blip>
            <a:stretch/>
          </p:blipFill>
          <p:spPr>
            <a:xfrm rot="13969200" flipH="1">
              <a:off x="-1387800" y="2741040"/>
              <a:ext cx="3541680" cy="3464640"/>
            </a:xfrm>
            <a:prstGeom prst="rect">
              <a:avLst/>
            </a:prstGeom>
            <a:noFill/>
            <a:ln w="0">
              <a:noFill/>
            </a:ln>
          </p:spPr>
        </p:pic>
      </p:grpSp>
      <p:grpSp>
        <p:nvGrpSpPr>
          <p:cNvPr id="444" name="Google Shape;686;p23"/>
          <p:cNvGrpSpPr/>
          <p:nvPr/>
        </p:nvGrpSpPr>
        <p:grpSpPr>
          <a:xfrm>
            <a:off x="-440640" y="-459720"/>
            <a:ext cx="10005120" cy="2151360"/>
            <a:chOff x="-440640" y="-459720"/>
            <a:chExt cx="10005120" cy="2151360"/>
          </a:xfrm>
        </p:grpSpPr>
        <p:grpSp>
          <p:nvGrpSpPr>
            <p:cNvPr id="445" name="Google Shape;687;p23"/>
            <p:cNvGrpSpPr/>
            <p:nvPr/>
          </p:nvGrpSpPr>
          <p:grpSpPr>
            <a:xfrm>
              <a:off x="7601400" y="-459720"/>
              <a:ext cx="1963080" cy="2057760"/>
              <a:chOff x="7601400" y="-459720"/>
              <a:chExt cx="1963080" cy="2057760"/>
            </a:xfrm>
          </p:grpSpPr>
          <p:pic>
            <p:nvPicPr>
              <p:cNvPr id="446" name="Google Shape;688;p23"/>
              <p:cNvPicPr/>
              <p:nvPr/>
            </p:nvPicPr>
            <p:blipFill>
              <a:blip r:embed="rId7">
                <a:alphaModFix amt="50000"/>
              </a:blip>
              <a:stretch/>
            </p:blipFill>
            <p:spPr>
              <a:xfrm rot="16200000">
                <a:off x="7579440" y="-437760"/>
                <a:ext cx="2007000" cy="1963080"/>
              </a:xfrm>
              <a:prstGeom prst="rect">
                <a:avLst/>
              </a:prstGeom>
              <a:noFill/>
              <a:ln w="0">
                <a:noFill/>
              </a:ln>
            </p:spPr>
          </p:pic>
          <p:grpSp>
            <p:nvGrpSpPr>
              <p:cNvPr id="447" name="Google Shape;689;p23"/>
              <p:cNvGrpSpPr/>
              <p:nvPr/>
            </p:nvGrpSpPr>
            <p:grpSpPr>
              <a:xfrm>
                <a:off x="8550000" y="1280880"/>
                <a:ext cx="344160" cy="317160"/>
                <a:chOff x="8550000" y="1280880"/>
                <a:chExt cx="344160" cy="317160"/>
              </a:xfrm>
            </p:grpSpPr>
            <p:sp>
              <p:nvSpPr>
                <p:cNvPr id="448" name="Google Shape;690;p23"/>
                <p:cNvSpPr/>
                <p:nvPr/>
              </p:nvSpPr>
              <p:spPr>
                <a:xfrm>
                  <a:off x="8664840" y="13345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9" name="Google Shape;691;p23"/>
                <p:cNvSpPr/>
                <p:nvPr/>
              </p:nvSpPr>
              <p:spPr>
                <a:xfrm>
                  <a:off x="8550000" y="151956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0" name="Google Shape;692;p23"/>
                <p:cNvSpPr/>
                <p:nvPr/>
              </p:nvSpPr>
              <p:spPr>
                <a:xfrm>
                  <a:off x="8583120" y="128088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1" name="Google Shape;693;p23"/>
                <p:cNvSpPr/>
                <p:nvPr/>
              </p:nvSpPr>
              <p:spPr>
                <a:xfrm>
                  <a:off x="8607960" y="148680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2" name="Google Shape;694;p23"/>
              <p:cNvGrpSpPr/>
              <p:nvPr/>
            </p:nvGrpSpPr>
            <p:grpSpPr>
              <a:xfrm>
                <a:off x="8565120" y="6480"/>
                <a:ext cx="314280" cy="314640"/>
                <a:chOff x="8565120" y="6480"/>
                <a:chExt cx="314280" cy="314640"/>
              </a:xfrm>
            </p:grpSpPr>
            <p:sp>
              <p:nvSpPr>
                <p:cNvPr id="453" name="Google Shape;695;p23"/>
                <p:cNvSpPr/>
                <p:nvPr/>
              </p:nvSpPr>
              <p:spPr>
                <a:xfrm>
                  <a:off x="8604360" y="3636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4" name="Google Shape;696;p23"/>
                <p:cNvSpPr/>
                <p:nvPr/>
              </p:nvSpPr>
              <p:spPr>
                <a:xfrm>
                  <a:off x="8565120" y="648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55" name="Google Shape;697;p23"/>
              <p:cNvGrpSpPr/>
              <p:nvPr/>
            </p:nvGrpSpPr>
            <p:grpSpPr>
              <a:xfrm>
                <a:off x="8543880" y="622440"/>
                <a:ext cx="356040" cy="357120"/>
                <a:chOff x="8543880" y="622440"/>
                <a:chExt cx="356040" cy="357120"/>
              </a:xfrm>
            </p:grpSpPr>
            <p:sp>
              <p:nvSpPr>
                <p:cNvPr id="456" name="Google Shape;698;p23"/>
                <p:cNvSpPr/>
                <p:nvPr/>
              </p:nvSpPr>
              <p:spPr>
                <a:xfrm>
                  <a:off x="8621640" y="83268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7" name="Google Shape;699;p23"/>
                <p:cNvSpPr/>
                <p:nvPr/>
              </p:nvSpPr>
              <p:spPr>
                <a:xfrm>
                  <a:off x="8753760" y="8334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8" name="Google Shape;700;p23"/>
                <p:cNvSpPr/>
                <p:nvPr/>
              </p:nvSpPr>
              <p:spPr>
                <a:xfrm>
                  <a:off x="8621640" y="7012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9" name="Google Shape;701;p23"/>
                <p:cNvSpPr/>
                <p:nvPr/>
              </p:nvSpPr>
              <p:spPr>
                <a:xfrm>
                  <a:off x="8751960" y="7012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0" name="Google Shape;702;p23"/>
                <p:cNvSpPr/>
                <p:nvPr/>
              </p:nvSpPr>
              <p:spPr>
                <a:xfrm>
                  <a:off x="8703000" y="7844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1" name="Google Shape;703;p23"/>
                <p:cNvSpPr/>
                <p:nvPr/>
              </p:nvSpPr>
              <p:spPr>
                <a:xfrm>
                  <a:off x="8616240" y="6966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2" name="Google Shape;704;p23"/>
                <p:cNvSpPr/>
                <p:nvPr/>
              </p:nvSpPr>
              <p:spPr>
                <a:xfrm>
                  <a:off x="8543880" y="6224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63" name="Google Shape;705;p23"/>
              <p:cNvGrpSpPr/>
              <p:nvPr/>
            </p:nvGrpSpPr>
            <p:grpSpPr>
              <a:xfrm>
                <a:off x="7987680" y="940680"/>
                <a:ext cx="354600" cy="366480"/>
                <a:chOff x="7987680" y="940680"/>
                <a:chExt cx="354600" cy="366480"/>
              </a:xfrm>
            </p:grpSpPr>
            <p:sp>
              <p:nvSpPr>
                <p:cNvPr id="464" name="Google Shape;706;p23"/>
                <p:cNvSpPr/>
                <p:nvPr/>
              </p:nvSpPr>
              <p:spPr>
                <a:xfrm>
                  <a:off x="7987680" y="9406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5" name="Google Shape;707;p23"/>
                <p:cNvSpPr/>
                <p:nvPr/>
              </p:nvSpPr>
              <p:spPr>
                <a:xfrm>
                  <a:off x="8235720" y="12610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6" name="Google Shape;708;p23"/>
                <p:cNvSpPr/>
                <p:nvPr/>
              </p:nvSpPr>
              <p:spPr>
                <a:xfrm>
                  <a:off x="8179200" y="119016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67" name="Google Shape;709;p23"/>
              <p:cNvGrpSpPr/>
              <p:nvPr/>
            </p:nvGrpSpPr>
            <p:grpSpPr>
              <a:xfrm>
                <a:off x="8001720" y="323280"/>
                <a:ext cx="326520" cy="318600"/>
                <a:chOff x="8001720" y="323280"/>
                <a:chExt cx="326520" cy="318600"/>
              </a:xfrm>
            </p:grpSpPr>
            <p:sp>
              <p:nvSpPr>
                <p:cNvPr id="468" name="Google Shape;710;p23"/>
                <p:cNvSpPr/>
                <p:nvPr/>
              </p:nvSpPr>
              <p:spPr>
                <a:xfrm>
                  <a:off x="8127720" y="62028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9" name="Google Shape;711;p23"/>
                <p:cNvSpPr/>
                <p:nvPr/>
              </p:nvSpPr>
              <p:spPr>
                <a:xfrm>
                  <a:off x="8001720" y="44172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0" name="Google Shape;712;p23"/>
                <p:cNvSpPr/>
                <p:nvPr/>
              </p:nvSpPr>
              <p:spPr>
                <a:xfrm>
                  <a:off x="8139600" y="57600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1" name="Google Shape;713;p23"/>
                <p:cNvSpPr/>
                <p:nvPr/>
              </p:nvSpPr>
              <p:spPr>
                <a:xfrm>
                  <a:off x="8026560" y="32328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2" name="Google Shape;714;p23"/>
                <p:cNvSpPr/>
                <p:nvPr/>
              </p:nvSpPr>
              <p:spPr>
                <a:xfrm>
                  <a:off x="8155080" y="53352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3" name="Google Shape;715;p23"/>
                <p:cNvSpPr/>
                <p:nvPr/>
              </p:nvSpPr>
              <p:spPr>
                <a:xfrm>
                  <a:off x="8170560" y="49068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4" name="Google Shape;716;p23"/>
                <p:cNvSpPr/>
                <p:nvPr/>
              </p:nvSpPr>
              <p:spPr>
                <a:xfrm>
                  <a:off x="8200080" y="39888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5" name="Google Shape;717;p23"/>
                <p:cNvSpPr/>
                <p:nvPr/>
              </p:nvSpPr>
              <p:spPr>
                <a:xfrm>
                  <a:off x="8237520" y="37800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6" name="Google Shape;718;p23"/>
                <p:cNvSpPr/>
                <p:nvPr/>
              </p:nvSpPr>
              <p:spPr>
                <a:xfrm>
                  <a:off x="8274600" y="34920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477" name="Google Shape;719;p23"/>
            <p:cNvGrpSpPr/>
            <p:nvPr/>
          </p:nvGrpSpPr>
          <p:grpSpPr>
            <a:xfrm>
              <a:off x="-440640" y="-271440"/>
              <a:ext cx="2007000" cy="1963080"/>
              <a:chOff x="-440640" y="-271440"/>
              <a:chExt cx="2007000" cy="1963080"/>
            </a:xfrm>
          </p:grpSpPr>
          <p:pic>
            <p:nvPicPr>
              <p:cNvPr id="478" name="Google Shape;720;p23"/>
              <p:cNvPicPr/>
              <p:nvPr/>
            </p:nvPicPr>
            <p:blipFill>
              <a:blip r:embed="rId7">
                <a:alphaModFix amt="50000"/>
              </a:blip>
              <a:stretch/>
            </p:blipFill>
            <p:spPr>
              <a:xfrm>
                <a:off x="-440640" y="-271440"/>
                <a:ext cx="2007000" cy="1963080"/>
              </a:xfrm>
              <a:prstGeom prst="rect">
                <a:avLst/>
              </a:prstGeom>
              <a:noFill/>
              <a:ln w="0">
                <a:noFill/>
              </a:ln>
            </p:spPr>
          </p:pic>
          <p:grpSp>
            <p:nvGrpSpPr>
              <p:cNvPr id="479" name="Google Shape;721;p23"/>
              <p:cNvGrpSpPr/>
              <p:nvPr/>
            </p:nvGrpSpPr>
            <p:grpSpPr>
              <a:xfrm>
                <a:off x="-183240" y="109440"/>
                <a:ext cx="344520" cy="317160"/>
                <a:chOff x="-183240" y="109440"/>
                <a:chExt cx="344520" cy="317160"/>
              </a:xfrm>
            </p:grpSpPr>
            <p:sp>
              <p:nvSpPr>
                <p:cNvPr id="480" name="Google Shape;722;p23"/>
                <p:cNvSpPr/>
                <p:nvPr/>
              </p:nvSpPr>
              <p:spPr>
                <a:xfrm>
                  <a:off x="-68400" y="1634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1" name="Google Shape;723;p23"/>
                <p:cNvSpPr/>
                <p:nvPr/>
              </p:nvSpPr>
              <p:spPr>
                <a:xfrm>
                  <a:off x="-183240" y="34812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2" name="Google Shape;724;p23"/>
                <p:cNvSpPr/>
                <p:nvPr/>
              </p:nvSpPr>
              <p:spPr>
                <a:xfrm>
                  <a:off x="-149760" y="10944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3" name="Google Shape;725;p23"/>
                <p:cNvSpPr/>
                <p:nvPr/>
              </p:nvSpPr>
              <p:spPr>
                <a:xfrm>
                  <a:off x="-125280" y="3153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84" name="Google Shape;726;p23"/>
              <p:cNvGrpSpPr/>
              <p:nvPr/>
            </p:nvGrpSpPr>
            <p:grpSpPr>
              <a:xfrm>
                <a:off x="454680" y="110880"/>
                <a:ext cx="314280" cy="314640"/>
                <a:chOff x="454680" y="110880"/>
                <a:chExt cx="314280" cy="314640"/>
              </a:xfrm>
            </p:grpSpPr>
            <p:sp>
              <p:nvSpPr>
                <p:cNvPr id="485" name="Google Shape;727;p23"/>
                <p:cNvSpPr/>
                <p:nvPr/>
              </p:nvSpPr>
              <p:spPr>
                <a:xfrm>
                  <a:off x="493920" y="14076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6" name="Google Shape;728;p23"/>
                <p:cNvSpPr/>
                <p:nvPr/>
              </p:nvSpPr>
              <p:spPr>
                <a:xfrm>
                  <a:off x="454680" y="11088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487" name="Google Shape;729;p23"/>
              <p:cNvGrpSpPr/>
              <p:nvPr/>
            </p:nvGrpSpPr>
            <p:grpSpPr>
              <a:xfrm>
                <a:off x="90360" y="632880"/>
                <a:ext cx="405360" cy="405000"/>
                <a:chOff x="90360" y="632880"/>
                <a:chExt cx="405360" cy="405000"/>
              </a:xfrm>
            </p:grpSpPr>
            <p:sp>
              <p:nvSpPr>
                <p:cNvPr id="488" name="Google Shape;730;p23"/>
                <p:cNvSpPr/>
                <p:nvPr/>
              </p:nvSpPr>
              <p:spPr>
                <a:xfrm>
                  <a:off x="192960" y="63288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9" name="Google Shape;731;p23"/>
                <p:cNvSpPr/>
                <p:nvPr/>
              </p:nvSpPr>
              <p:spPr>
                <a:xfrm>
                  <a:off x="282960" y="72540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0" name="Google Shape;732;p23"/>
                <p:cNvSpPr/>
                <p:nvPr/>
              </p:nvSpPr>
              <p:spPr>
                <a:xfrm>
                  <a:off x="251280" y="86040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1" name="Google Shape;733;p23"/>
                <p:cNvSpPr/>
                <p:nvPr/>
              </p:nvSpPr>
              <p:spPr>
                <a:xfrm>
                  <a:off x="90360" y="82008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2" name="Google Shape;734;p23"/>
                <p:cNvSpPr/>
                <p:nvPr/>
              </p:nvSpPr>
              <p:spPr>
                <a:xfrm>
                  <a:off x="331920" y="81612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sp>
        <p:nvSpPr>
          <p:cNvPr id="493" name="PlaceHolder 1"/>
          <p:cNvSpPr>
            <a:spLocks noGrp="1"/>
          </p:cNvSpPr>
          <p:nvPr>
            <p:ph type="title"/>
          </p:nvPr>
        </p:nvSpPr>
        <p:spPr>
          <a:xfrm>
            <a:off x="2099160" y="539640"/>
            <a:ext cx="5359320" cy="1058400"/>
          </a:xfrm>
          <a:prstGeom prst="rect">
            <a:avLst/>
          </a:prstGeom>
          <a:noFill/>
          <a:ln w="0">
            <a:noFill/>
          </a:ln>
        </p:spPr>
        <p:txBody>
          <a:bodyPr lIns="91440" tIns="91440" rIns="91440" bIns="91440" anchor="b">
            <a:noAutofit/>
          </a:bodyPr>
          <a:lstStyle/>
          <a:p>
            <a:pPr indent="0">
              <a:buNone/>
            </a:pPr>
            <a:r>
              <a:rPr lang="fr-FR" sz="5500" b="0" u="none" strike="noStrike">
                <a:solidFill>
                  <a:schemeClr val="dk1"/>
                </a:solidFill>
                <a:effectLst/>
                <a:uFillTx/>
                <a:latin typeface="Arial"/>
              </a:rPr>
              <a:t>Click to edit the title text format</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pic>
        <p:nvPicPr>
          <p:cNvPr id="494" name="Google Shape;738;p24"/>
          <p:cNvPicPr/>
          <p:nvPr/>
        </p:nvPicPr>
        <p:blipFill>
          <a:blip r:embed="rId2"/>
          <a:srcRect t="1844" r="1844"/>
          <a:stretch/>
        </p:blipFill>
        <p:spPr>
          <a:xfrm>
            <a:off x="0" y="0"/>
            <a:ext cx="9143640" cy="5143320"/>
          </a:xfrm>
          <a:prstGeom prst="rect">
            <a:avLst/>
          </a:prstGeom>
          <a:noFill/>
          <a:ln w="0">
            <a:noFill/>
          </a:ln>
        </p:spPr>
      </p:pic>
      <p:pic>
        <p:nvPicPr>
          <p:cNvPr id="495" name="Google Shape;739;p24"/>
          <p:cNvPicPr/>
          <p:nvPr/>
        </p:nvPicPr>
        <p:blipFill>
          <a:blip r:embed="rId3">
            <a:alphaModFix amt="60000"/>
          </a:blip>
          <a:srcRect b="1681"/>
          <a:stretch/>
        </p:blipFill>
        <p:spPr>
          <a:xfrm>
            <a:off x="0" y="0"/>
            <a:ext cx="2740680" cy="5143320"/>
          </a:xfrm>
          <a:prstGeom prst="rect">
            <a:avLst/>
          </a:prstGeom>
          <a:noFill/>
          <a:ln w="0">
            <a:noFill/>
          </a:ln>
        </p:spPr>
      </p:pic>
      <p:grpSp>
        <p:nvGrpSpPr>
          <p:cNvPr id="496" name="Google Shape;740;p24"/>
          <p:cNvGrpSpPr/>
          <p:nvPr/>
        </p:nvGrpSpPr>
        <p:grpSpPr>
          <a:xfrm>
            <a:off x="-1317240" y="-1764360"/>
            <a:ext cx="12139560" cy="8643960"/>
            <a:chOff x="-1317240" y="-1764360"/>
            <a:chExt cx="12139560" cy="8643960"/>
          </a:xfrm>
        </p:grpSpPr>
        <p:pic>
          <p:nvPicPr>
            <p:cNvPr id="497" name="Google Shape;741;p24"/>
            <p:cNvPicPr/>
            <p:nvPr/>
          </p:nvPicPr>
          <p:blipFill>
            <a:blip r:embed="rId4">
              <a:alphaModFix amt="50000"/>
            </a:blip>
            <a:stretch/>
          </p:blipFill>
          <p:spPr>
            <a:xfrm rot="1120800">
              <a:off x="6818760" y="-1288440"/>
              <a:ext cx="3541680" cy="3464640"/>
            </a:xfrm>
            <a:prstGeom prst="rect">
              <a:avLst/>
            </a:prstGeom>
            <a:noFill/>
            <a:ln w="0">
              <a:noFill/>
            </a:ln>
          </p:spPr>
        </p:pic>
        <p:pic>
          <p:nvPicPr>
            <p:cNvPr id="498" name="Google Shape;742;p24"/>
            <p:cNvPicPr/>
            <p:nvPr/>
          </p:nvPicPr>
          <p:blipFill>
            <a:blip r:embed="rId4">
              <a:alphaModFix amt="50000"/>
            </a:blip>
            <a:stretch/>
          </p:blipFill>
          <p:spPr>
            <a:xfrm rot="4680600">
              <a:off x="-1025640" y="3054960"/>
              <a:ext cx="3541680" cy="3464640"/>
            </a:xfrm>
            <a:prstGeom prst="rect">
              <a:avLst/>
            </a:prstGeom>
            <a:noFill/>
            <a:ln w="0">
              <a:noFill/>
            </a:ln>
          </p:spPr>
        </p:pic>
      </p:grpSp>
      <p:grpSp>
        <p:nvGrpSpPr>
          <p:cNvPr id="499" name="Google Shape;743;p24"/>
          <p:cNvGrpSpPr/>
          <p:nvPr/>
        </p:nvGrpSpPr>
        <p:grpSpPr>
          <a:xfrm>
            <a:off x="-812520" y="-464040"/>
            <a:ext cx="10246680" cy="6233040"/>
            <a:chOff x="-812520" y="-464040"/>
            <a:chExt cx="10246680" cy="6233040"/>
          </a:xfrm>
        </p:grpSpPr>
        <p:grpSp>
          <p:nvGrpSpPr>
            <p:cNvPr id="500" name="Google Shape;744;p24"/>
            <p:cNvGrpSpPr/>
            <p:nvPr/>
          </p:nvGrpSpPr>
          <p:grpSpPr>
            <a:xfrm>
              <a:off x="-812520" y="-464040"/>
              <a:ext cx="1963080" cy="2007000"/>
              <a:chOff x="-812520" y="-464040"/>
              <a:chExt cx="1963080" cy="2007000"/>
            </a:xfrm>
          </p:grpSpPr>
          <p:pic>
            <p:nvPicPr>
              <p:cNvPr id="501" name="Google Shape;745;p24"/>
              <p:cNvPicPr/>
              <p:nvPr/>
            </p:nvPicPr>
            <p:blipFill>
              <a:blip r:embed="rId5">
                <a:alphaModFix amt="50000"/>
              </a:blip>
              <a:stretch/>
            </p:blipFill>
            <p:spPr>
              <a:xfrm rot="5400000">
                <a:off x="-834480" y="-442080"/>
                <a:ext cx="2007000" cy="1963080"/>
              </a:xfrm>
              <a:prstGeom prst="rect">
                <a:avLst/>
              </a:prstGeom>
              <a:noFill/>
              <a:ln w="0">
                <a:noFill/>
              </a:ln>
            </p:spPr>
          </p:pic>
          <p:grpSp>
            <p:nvGrpSpPr>
              <p:cNvPr id="502" name="Google Shape;746;p24"/>
              <p:cNvGrpSpPr/>
              <p:nvPr/>
            </p:nvGrpSpPr>
            <p:grpSpPr>
              <a:xfrm>
                <a:off x="432360" y="425520"/>
                <a:ext cx="326880" cy="318240"/>
                <a:chOff x="432360" y="425520"/>
                <a:chExt cx="326880" cy="318240"/>
              </a:xfrm>
            </p:grpSpPr>
            <p:sp>
              <p:nvSpPr>
                <p:cNvPr id="503" name="Google Shape;747;p24"/>
                <p:cNvSpPr/>
                <p:nvPr/>
              </p:nvSpPr>
              <p:spPr>
                <a:xfrm>
                  <a:off x="558720" y="7221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4" name="Google Shape;748;p24"/>
                <p:cNvSpPr/>
                <p:nvPr/>
              </p:nvSpPr>
              <p:spPr>
                <a:xfrm>
                  <a:off x="432360" y="5439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5" name="Google Shape;749;p24"/>
                <p:cNvSpPr/>
                <p:nvPr/>
              </p:nvSpPr>
              <p:spPr>
                <a:xfrm>
                  <a:off x="570240" y="6782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6" name="Google Shape;750;p24"/>
                <p:cNvSpPr/>
                <p:nvPr/>
              </p:nvSpPr>
              <p:spPr>
                <a:xfrm>
                  <a:off x="457560" y="4255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7" name="Google Shape;751;p24"/>
                <p:cNvSpPr/>
                <p:nvPr/>
              </p:nvSpPr>
              <p:spPr>
                <a:xfrm>
                  <a:off x="586080" y="6357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8" name="Google Shape;752;p24"/>
                <p:cNvSpPr/>
                <p:nvPr/>
              </p:nvSpPr>
              <p:spPr>
                <a:xfrm>
                  <a:off x="601560" y="5929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9" name="Google Shape;753;p24"/>
                <p:cNvSpPr/>
                <p:nvPr/>
              </p:nvSpPr>
              <p:spPr>
                <a:xfrm>
                  <a:off x="631080" y="5011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0" name="Google Shape;754;p24"/>
                <p:cNvSpPr/>
                <p:nvPr/>
              </p:nvSpPr>
              <p:spPr>
                <a:xfrm>
                  <a:off x="668520" y="4802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1" name="Google Shape;755;p24"/>
                <p:cNvSpPr/>
                <p:nvPr/>
              </p:nvSpPr>
              <p:spPr>
                <a:xfrm>
                  <a:off x="705600" y="45108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12" name="Google Shape;756;p24"/>
              <p:cNvGrpSpPr/>
              <p:nvPr/>
            </p:nvGrpSpPr>
            <p:grpSpPr>
              <a:xfrm>
                <a:off x="475920" y="1088640"/>
                <a:ext cx="268200" cy="268560"/>
                <a:chOff x="475920" y="1088640"/>
                <a:chExt cx="268200" cy="268560"/>
              </a:xfrm>
            </p:grpSpPr>
            <p:sp>
              <p:nvSpPr>
                <p:cNvPr id="513" name="Google Shape;757;p24"/>
                <p:cNvSpPr/>
                <p:nvPr/>
              </p:nvSpPr>
              <p:spPr>
                <a:xfrm>
                  <a:off x="534240" y="12470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4" name="Google Shape;758;p24"/>
                <p:cNvSpPr/>
                <p:nvPr/>
              </p:nvSpPr>
              <p:spPr>
                <a:xfrm>
                  <a:off x="633600" y="12477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5" name="Google Shape;759;p24"/>
                <p:cNvSpPr/>
                <p:nvPr/>
              </p:nvSpPr>
              <p:spPr>
                <a:xfrm>
                  <a:off x="534240" y="11484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6" name="Google Shape;760;p24"/>
                <p:cNvSpPr/>
                <p:nvPr/>
              </p:nvSpPr>
              <p:spPr>
                <a:xfrm>
                  <a:off x="632520" y="11484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7" name="Google Shape;761;p24"/>
                <p:cNvSpPr/>
                <p:nvPr/>
              </p:nvSpPr>
              <p:spPr>
                <a:xfrm>
                  <a:off x="595440" y="12110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8" name="Google Shape;762;p24"/>
                <p:cNvSpPr/>
                <p:nvPr/>
              </p:nvSpPr>
              <p:spPr>
                <a:xfrm>
                  <a:off x="530280" y="11448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9" name="Google Shape;763;p24"/>
                <p:cNvSpPr/>
                <p:nvPr/>
              </p:nvSpPr>
              <p:spPr>
                <a:xfrm>
                  <a:off x="475920" y="108864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20" name="Google Shape;764;p24"/>
              <p:cNvGrpSpPr/>
              <p:nvPr/>
            </p:nvGrpSpPr>
            <p:grpSpPr>
              <a:xfrm>
                <a:off x="-163800" y="693720"/>
                <a:ext cx="399240" cy="412560"/>
                <a:chOff x="-163800" y="693720"/>
                <a:chExt cx="399240" cy="412560"/>
              </a:xfrm>
            </p:grpSpPr>
            <p:sp>
              <p:nvSpPr>
                <p:cNvPr id="521" name="Google Shape;765;p24"/>
                <p:cNvSpPr/>
                <p:nvPr/>
              </p:nvSpPr>
              <p:spPr>
                <a:xfrm>
                  <a:off x="-163800" y="6937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2" name="Google Shape;766;p24"/>
                <p:cNvSpPr/>
                <p:nvPr/>
              </p:nvSpPr>
              <p:spPr>
                <a:xfrm>
                  <a:off x="115560" y="10544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3" name="Google Shape;767;p24"/>
                <p:cNvSpPr/>
                <p:nvPr/>
              </p:nvSpPr>
              <p:spPr>
                <a:xfrm>
                  <a:off x="51840" y="9745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524" name="Google Shape;768;p24"/>
            <p:cNvGrpSpPr/>
            <p:nvPr/>
          </p:nvGrpSpPr>
          <p:grpSpPr>
            <a:xfrm>
              <a:off x="7427160" y="3805920"/>
              <a:ext cx="2007000" cy="1963080"/>
              <a:chOff x="7427160" y="3805920"/>
              <a:chExt cx="2007000" cy="1963080"/>
            </a:xfrm>
          </p:grpSpPr>
          <p:pic>
            <p:nvPicPr>
              <p:cNvPr id="525" name="Google Shape;769;p24"/>
              <p:cNvPicPr/>
              <p:nvPr/>
            </p:nvPicPr>
            <p:blipFill>
              <a:blip r:embed="rId5">
                <a:alphaModFix amt="50000"/>
              </a:blip>
              <a:stretch/>
            </p:blipFill>
            <p:spPr>
              <a:xfrm>
                <a:off x="7427160" y="3805920"/>
                <a:ext cx="2007000" cy="1963080"/>
              </a:xfrm>
              <a:prstGeom prst="rect">
                <a:avLst/>
              </a:prstGeom>
              <a:noFill/>
              <a:ln w="0">
                <a:noFill/>
              </a:ln>
            </p:spPr>
          </p:pic>
          <p:grpSp>
            <p:nvGrpSpPr>
              <p:cNvPr id="526" name="Google Shape;770;p24"/>
              <p:cNvGrpSpPr/>
              <p:nvPr/>
            </p:nvGrpSpPr>
            <p:grpSpPr>
              <a:xfrm>
                <a:off x="7684560" y="4187160"/>
                <a:ext cx="344160" cy="317160"/>
                <a:chOff x="7684560" y="4187160"/>
                <a:chExt cx="344160" cy="317160"/>
              </a:xfrm>
            </p:grpSpPr>
            <p:sp>
              <p:nvSpPr>
                <p:cNvPr id="527" name="Google Shape;771;p24"/>
                <p:cNvSpPr/>
                <p:nvPr/>
              </p:nvSpPr>
              <p:spPr>
                <a:xfrm>
                  <a:off x="7799400" y="424080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8" name="Google Shape;772;p24"/>
                <p:cNvSpPr/>
                <p:nvPr/>
              </p:nvSpPr>
              <p:spPr>
                <a:xfrm>
                  <a:off x="7684560" y="442584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9" name="Google Shape;773;p24"/>
                <p:cNvSpPr/>
                <p:nvPr/>
              </p:nvSpPr>
              <p:spPr>
                <a:xfrm>
                  <a:off x="7717680" y="418716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0" name="Google Shape;774;p24"/>
                <p:cNvSpPr/>
                <p:nvPr/>
              </p:nvSpPr>
              <p:spPr>
                <a:xfrm>
                  <a:off x="7742520" y="439308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31" name="Google Shape;775;p24"/>
              <p:cNvGrpSpPr/>
              <p:nvPr/>
            </p:nvGrpSpPr>
            <p:grpSpPr>
              <a:xfrm>
                <a:off x="8322120" y="4188240"/>
                <a:ext cx="314280" cy="314640"/>
                <a:chOff x="8322120" y="4188240"/>
                <a:chExt cx="314280" cy="314640"/>
              </a:xfrm>
            </p:grpSpPr>
            <p:sp>
              <p:nvSpPr>
                <p:cNvPr id="532" name="Google Shape;776;p24"/>
                <p:cNvSpPr/>
                <p:nvPr/>
              </p:nvSpPr>
              <p:spPr>
                <a:xfrm>
                  <a:off x="8361720" y="421848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3" name="Google Shape;777;p24"/>
                <p:cNvSpPr/>
                <p:nvPr/>
              </p:nvSpPr>
              <p:spPr>
                <a:xfrm>
                  <a:off x="8322120" y="418824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34" name="Google Shape;778;p24"/>
              <p:cNvGrpSpPr/>
              <p:nvPr/>
            </p:nvGrpSpPr>
            <p:grpSpPr>
              <a:xfrm>
                <a:off x="7958160" y="4710240"/>
                <a:ext cx="405360" cy="405000"/>
                <a:chOff x="7958160" y="4710240"/>
                <a:chExt cx="405360" cy="405000"/>
              </a:xfrm>
            </p:grpSpPr>
            <p:sp>
              <p:nvSpPr>
                <p:cNvPr id="535" name="Google Shape;779;p24"/>
                <p:cNvSpPr/>
                <p:nvPr/>
              </p:nvSpPr>
              <p:spPr>
                <a:xfrm>
                  <a:off x="8060400" y="471024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6" name="Google Shape;780;p24"/>
                <p:cNvSpPr/>
                <p:nvPr/>
              </p:nvSpPr>
              <p:spPr>
                <a:xfrm>
                  <a:off x="8150760" y="480276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7" name="Google Shape;781;p24"/>
                <p:cNvSpPr/>
                <p:nvPr/>
              </p:nvSpPr>
              <p:spPr>
                <a:xfrm>
                  <a:off x="8119080" y="493776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8" name="Google Shape;782;p24"/>
                <p:cNvSpPr/>
                <p:nvPr/>
              </p:nvSpPr>
              <p:spPr>
                <a:xfrm>
                  <a:off x="7958160" y="489744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9" name="Google Shape;783;p24"/>
                <p:cNvSpPr/>
                <p:nvPr/>
              </p:nvSpPr>
              <p:spPr>
                <a:xfrm>
                  <a:off x="8199720" y="489348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pic>
        <p:nvPicPr>
          <p:cNvPr id="556" name="Google Shape;66;p4"/>
          <p:cNvPicPr/>
          <p:nvPr/>
        </p:nvPicPr>
        <p:blipFill>
          <a:blip r:embed="rId2"/>
          <a:srcRect t="1844" r="1844"/>
          <a:stretch/>
        </p:blipFill>
        <p:spPr>
          <a:xfrm rot="10800000">
            <a:off x="360" y="0"/>
            <a:ext cx="9143640" cy="5143320"/>
          </a:xfrm>
          <a:prstGeom prst="rect">
            <a:avLst/>
          </a:prstGeom>
          <a:noFill/>
          <a:ln w="0">
            <a:noFill/>
          </a:ln>
        </p:spPr>
      </p:pic>
      <p:pic>
        <p:nvPicPr>
          <p:cNvPr id="557" name="Google Shape;67;p4"/>
          <p:cNvPicPr/>
          <p:nvPr/>
        </p:nvPicPr>
        <p:blipFill>
          <a:blip r:embed="rId3">
            <a:alphaModFix amt="60000"/>
          </a:blip>
          <a:srcRect b="1681"/>
          <a:stretch/>
        </p:blipFill>
        <p:spPr>
          <a:xfrm flipH="1">
            <a:off x="6489000" y="0"/>
            <a:ext cx="2740680" cy="5143320"/>
          </a:xfrm>
          <a:prstGeom prst="rect">
            <a:avLst/>
          </a:prstGeom>
          <a:noFill/>
          <a:ln w="0">
            <a:noFill/>
          </a:ln>
        </p:spPr>
      </p:pic>
      <p:grpSp>
        <p:nvGrpSpPr>
          <p:cNvPr id="558" name="Google Shape;68;p4"/>
          <p:cNvGrpSpPr/>
          <p:nvPr/>
        </p:nvGrpSpPr>
        <p:grpSpPr>
          <a:xfrm>
            <a:off x="-2378160" y="-2853360"/>
            <a:ext cx="12216960" cy="9288720"/>
            <a:chOff x="-2378160" y="-2853360"/>
            <a:chExt cx="12216960" cy="9288720"/>
          </a:xfrm>
        </p:grpSpPr>
        <p:pic>
          <p:nvPicPr>
            <p:cNvPr id="559" name="Google Shape;69;p4"/>
            <p:cNvPicPr/>
            <p:nvPr/>
          </p:nvPicPr>
          <p:blipFill>
            <a:blip r:embed="rId4">
              <a:alphaModFix amt="50000"/>
            </a:blip>
            <a:stretch/>
          </p:blipFill>
          <p:spPr>
            <a:xfrm rot="16719600" flipH="1">
              <a:off x="6088320" y="2691360"/>
              <a:ext cx="3541680" cy="3464640"/>
            </a:xfrm>
            <a:prstGeom prst="rect">
              <a:avLst/>
            </a:prstGeom>
            <a:noFill/>
            <a:ln w="0">
              <a:noFill/>
            </a:ln>
          </p:spPr>
        </p:pic>
        <p:pic>
          <p:nvPicPr>
            <p:cNvPr id="560" name="Google Shape;70;p4"/>
            <p:cNvPicPr/>
            <p:nvPr/>
          </p:nvPicPr>
          <p:blipFill>
            <a:blip r:embed="rId4">
              <a:alphaModFix amt="50000"/>
            </a:blip>
            <a:stretch/>
          </p:blipFill>
          <p:spPr>
            <a:xfrm rot="19275600" flipH="1">
              <a:off x="-1683360" y="-2126160"/>
              <a:ext cx="3541680" cy="3464640"/>
            </a:xfrm>
            <a:prstGeom prst="rect">
              <a:avLst/>
            </a:prstGeom>
            <a:noFill/>
            <a:ln w="0">
              <a:noFill/>
            </a:ln>
          </p:spPr>
        </p:pic>
      </p:grpSp>
      <p:grpSp>
        <p:nvGrpSpPr>
          <p:cNvPr id="561" name="Google Shape;71;p4"/>
          <p:cNvGrpSpPr/>
          <p:nvPr/>
        </p:nvGrpSpPr>
        <p:grpSpPr>
          <a:xfrm>
            <a:off x="7748280" y="-749880"/>
            <a:ext cx="1963080" cy="2057760"/>
            <a:chOff x="7748280" y="-749880"/>
            <a:chExt cx="1963080" cy="2057760"/>
          </a:xfrm>
        </p:grpSpPr>
        <p:pic>
          <p:nvPicPr>
            <p:cNvPr id="562" name="Google Shape;72;p4"/>
            <p:cNvPicPr/>
            <p:nvPr/>
          </p:nvPicPr>
          <p:blipFill>
            <a:blip r:embed="rId5">
              <a:alphaModFix amt="50000"/>
            </a:blip>
            <a:stretch/>
          </p:blipFill>
          <p:spPr>
            <a:xfrm rot="16200000">
              <a:off x="7726320" y="-727920"/>
              <a:ext cx="2007000" cy="1963080"/>
            </a:xfrm>
            <a:prstGeom prst="rect">
              <a:avLst/>
            </a:prstGeom>
            <a:noFill/>
            <a:ln w="0">
              <a:noFill/>
            </a:ln>
          </p:spPr>
        </p:pic>
        <p:grpSp>
          <p:nvGrpSpPr>
            <p:cNvPr id="563" name="Google Shape;73;p4"/>
            <p:cNvGrpSpPr/>
            <p:nvPr/>
          </p:nvGrpSpPr>
          <p:grpSpPr>
            <a:xfrm>
              <a:off x="8696880" y="990720"/>
              <a:ext cx="344520" cy="317160"/>
              <a:chOff x="8696880" y="990720"/>
              <a:chExt cx="344520" cy="317160"/>
            </a:xfrm>
          </p:grpSpPr>
          <p:sp>
            <p:nvSpPr>
              <p:cNvPr id="564" name="Google Shape;74;p4"/>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5" name="Google Shape;75;p4"/>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6" name="Google Shape;76;p4"/>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7" name="Google Shape;77;p4"/>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68" name="Google Shape;78;p4"/>
            <p:cNvGrpSpPr/>
            <p:nvPr/>
          </p:nvGrpSpPr>
          <p:grpSpPr>
            <a:xfrm>
              <a:off x="8691120" y="332640"/>
              <a:ext cx="356040" cy="357120"/>
              <a:chOff x="8691120" y="332640"/>
              <a:chExt cx="356040" cy="357120"/>
            </a:xfrm>
          </p:grpSpPr>
          <p:sp>
            <p:nvSpPr>
              <p:cNvPr id="569" name="Google Shape;79;p4"/>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0" name="Google Shape;80;p4"/>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1" name="Google Shape;81;p4"/>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2" name="Google Shape;82;p4"/>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3" name="Google Shape;83;p4"/>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4" name="Google Shape;84;p4"/>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5" name="Google Shape;85;p4"/>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76" name="Google Shape;86;p4"/>
            <p:cNvGrpSpPr/>
            <p:nvPr/>
          </p:nvGrpSpPr>
          <p:grpSpPr>
            <a:xfrm>
              <a:off x="8134560" y="650880"/>
              <a:ext cx="354600" cy="366480"/>
              <a:chOff x="8134560" y="650880"/>
              <a:chExt cx="354600" cy="366480"/>
            </a:xfrm>
          </p:grpSpPr>
          <p:sp>
            <p:nvSpPr>
              <p:cNvPr id="577" name="Google Shape;87;p4"/>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8" name="Google Shape;88;p4"/>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9" name="Google Shape;89;p4"/>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58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581" name="PlaceHolder 2"/>
          <p:cNvSpPr>
            <a:spLocks noGrp="1"/>
          </p:cNvSpPr>
          <p:nvPr>
            <p:ph type="body"/>
          </p:nvPr>
        </p:nvSpPr>
        <p:spPr>
          <a:xfrm>
            <a:off x="720000" y="121572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pic>
        <p:nvPicPr>
          <p:cNvPr id="582" name="Google Shape;93;p5"/>
          <p:cNvPicPr/>
          <p:nvPr/>
        </p:nvPicPr>
        <p:blipFill>
          <a:blip r:embed="rId2"/>
          <a:srcRect t="1844" r="1844"/>
          <a:stretch/>
        </p:blipFill>
        <p:spPr>
          <a:xfrm rot="10800000">
            <a:off x="360" y="0"/>
            <a:ext cx="9143640" cy="5143320"/>
          </a:xfrm>
          <a:prstGeom prst="rect">
            <a:avLst/>
          </a:prstGeom>
          <a:noFill/>
          <a:ln w="0">
            <a:noFill/>
          </a:ln>
        </p:spPr>
      </p:pic>
      <p:pic>
        <p:nvPicPr>
          <p:cNvPr id="583" name="Google Shape;94;p5"/>
          <p:cNvPicPr/>
          <p:nvPr/>
        </p:nvPicPr>
        <p:blipFill>
          <a:blip r:embed="rId3"/>
          <a:srcRect l="7208" r="48305" b="45432"/>
          <a:stretch/>
        </p:blipFill>
        <p:spPr>
          <a:xfrm flipH="1">
            <a:off x="7925040" y="2289240"/>
            <a:ext cx="1218960" cy="2854080"/>
          </a:xfrm>
          <a:prstGeom prst="rect">
            <a:avLst/>
          </a:prstGeom>
          <a:noFill/>
          <a:ln w="0">
            <a:noFill/>
          </a:ln>
        </p:spPr>
      </p:pic>
      <p:grpSp>
        <p:nvGrpSpPr>
          <p:cNvPr id="584" name="Google Shape;95;p5"/>
          <p:cNvGrpSpPr/>
          <p:nvPr/>
        </p:nvGrpSpPr>
        <p:grpSpPr>
          <a:xfrm>
            <a:off x="7748280" y="-749880"/>
            <a:ext cx="1963080" cy="2057760"/>
            <a:chOff x="7748280" y="-749880"/>
            <a:chExt cx="1963080" cy="2057760"/>
          </a:xfrm>
        </p:grpSpPr>
        <p:pic>
          <p:nvPicPr>
            <p:cNvPr id="585" name="Google Shape;96;p5"/>
            <p:cNvPicPr/>
            <p:nvPr/>
          </p:nvPicPr>
          <p:blipFill>
            <a:blip r:embed="rId4">
              <a:alphaModFix amt="50000"/>
            </a:blip>
            <a:stretch/>
          </p:blipFill>
          <p:spPr>
            <a:xfrm rot="16200000">
              <a:off x="7726320" y="-727920"/>
              <a:ext cx="2007000" cy="1963080"/>
            </a:xfrm>
            <a:prstGeom prst="rect">
              <a:avLst/>
            </a:prstGeom>
            <a:noFill/>
            <a:ln w="0">
              <a:noFill/>
            </a:ln>
          </p:spPr>
        </p:pic>
        <p:grpSp>
          <p:nvGrpSpPr>
            <p:cNvPr id="586" name="Google Shape;97;p5"/>
            <p:cNvGrpSpPr/>
            <p:nvPr/>
          </p:nvGrpSpPr>
          <p:grpSpPr>
            <a:xfrm>
              <a:off x="8696880" y="990720"/>
              <a:ext cx="344520" cy="317160"/>
              <a:chOff x="8696880" y="990720"/>
              <a:chExt cx="344520" cy="317160"/>
            </a:xfrm>
          </p:grpSpPr>
          <p:sp>
            <p:nvSpPr>
              <p:cNvPr id="587" name="Google Shape;98;p5"/>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8" name="Google Shape;99;p5"/>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9" name="Google Shape;100;p5"/>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0" name="Google Shape;101;p5"/>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91" name="Google Shape;102;p5"/>
            <p:cNvGrpSpPr/>
            <p:nvPr/>
          </p:nvGrpSpPr>
          <p:grpSpPr>
            <a:xfrm>
              <a:off x="8712000" y="-283320"/>
              <a:ext cx="314280" cy="314640"/>
              <a:chOff x="8712000" y="-283320"/>
              <a:chExt cx="314280" cy="314640"/>
            </a:xfrm>
          </p:grpSpPr>
          <p:sp>
            <p:nvSpPr>
              <p:cNvPr id="592" name="Google Shape;103;p5"/>
              <p:cNvSpPr/>
              <p:nvPr/>
            </p:nvSpPr>
            <p:spPr>
              <a:xfrm>
                <a:off x="8751600" y="-25344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3" name="Google Shape;104;p5"/>
              <p:cNvSpPr/>
              <p:nvPr/>
            </p:nvSpPr>
            <p:spPr>
              <a:xfrm>
                <a:off x="8712000" y="-28332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594" name="Google Shape;105;p5"/>
            <p:cNvGrpSpPr/>
            <p:nvPr/>
          </p:nvGrpSpPr>
          <p:grpSpPr>
            <a:xfrm>
              <a:off x="8691120" y="332640"/>
              <a:ext cx="356040" cy="357120"/>
              <a:chOff x="8691120" y="332640"/>
              <a:chExt cx="356040" cy="357120"/>
            </a:xfrm>
          </p:grpSpPr>
          <p:sp>
            <p:nvSpPr>
              <p:cNvPr id="595" name="Google Shape;106;p5"/>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6" name="Google Shape;107;p5"/>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7" name="Google Shape;108;p5"/>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8" name="Google Shape;109;p5"/>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9" name="Google Shape;110;p5"/>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0" name="Google Shape;111;p5"/>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1" name="Google Shape;112;p5"/>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02" name="Google Shape;113;p5"/>
            <p:cNvGrpSpPr/>
            <p:nvPr/>
          </p:nvGrpSpPr>
          <p:grpSpPr>
            <a:xfrm>
              <a:off x="8134560" y="650880"/>
              <a:ext cx="354600" cy="366480"/>
              <a:chOff x="8134560" y="650880"/>
              <a:chExt cx="354600" cy="366480"/>
            </a:xfrm>
          </p:grpSpPr>
          <p:sp>
            <p:nvSpPr>
              <p:cNvPr id="603" name="Google Shape;114;p5"/>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4" name="Google Shape;115;p5"/>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5" name="Google Shape;116;p5"/>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06" name="Google Shape;117;p5"/>
            <p:cNvGrpSpPr/>
            <p:nvPr/>
          </p:nvGrpSpPr>
          <p:grpSpPr>
            <a:xfrm>
              <a:off x="8148600" y="33480"/>
              <a:ext cx="326880" cy="318240"/>
              <a:chOff x="8148600" y="33480"/>
              <a:chExt cx="326880" cy="318240"/>
            </a:xfrm>
          </p:grpSpPr>
          <p:sp>
            <p:nvSpPr>
              <p:cNvPr id="607" name="Google Shape;118;p5"/>
              <p:cNvSpPr/>
              <p:nvPr/>
            </p:nvSpPr>
            <p:spPr>
              <a:xfrm>
                <a:off x="8274960" y="33012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8" name="Google Shape;119;p5"/>
              <p:cNvSpPr/>
              <p:nvPr/>
            </p:nvSpPr>
            <p:spPr>
              <a:xfrm>
                <a:off x="8148600" y="15192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9" name="Google Shape;120;p5"/>
              <p:cNvSpPr/>
              <p:nvPr/>
            </p:nvSpPr>
            <p:spPr>
              <a:xfrm>
                <a:off x="8286480" y="28620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0" name="Google Shape;121;p5"/>
              <p:cNvSpPr/>
              <p:nvPr/>
            </p:nvSpPr>
            <p:spPr>
              <a:xfrm>
                <a:off x="8173800" y="3348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1" name="Google Shape;122;p5"/>
              <p:cNvSpPr/>
              <p:nvPr/>
            </p:nvSpPr>
            <p:spPr>
              <a:xfrm>
                <a:off x="8302320" y="24372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2" name="Google Shape;123;p5"/>
              <p:cNvSpPr/>
              <p:nvPr/>
            </p:nvSpPr>
            <p:spPr>
              <a:xfrm>
                <a:off x="8317800" y="20088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3" name="Google Shape;124;p5"/>
              <p:cNvSpPr/>
              <p:nvPr/>
            </p:nvSpPr>
            <p:spPr>
              <a:xfrm>
                <a:off x="8346960" y="10908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4" name="Google Shape;125;p5"/>
              <p:cNvSpPr/>
              <p:nvPr/>
            </p:nvSpPr>
            <p:spPr>
              <a:xfrm>
                <a:off x="8384400" y="8820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5" name="Google Shape;126;p5"/>
              <p:cNvSpPr/>
              <p:nvPr/>
            </p:nvSpPr>
            <p:spPr>
              <a:xfrm>
                <a:off x="8421840" y="5904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616" name="Google Shape;127;p5"/>
          <p:cNvGrpSpPr/>
          <p:nvPr/>
        </p:nvGrpSpPr>
        <p:grpSpPr>
          <a:xfrm>
            <a:off x="-2390040" y="2612520"/>
            <a:ext cx="13982400" cy="5049000"/>
            <a:chOff x="-2390040" y="2612520"/>
            <a:chExt cx="13982400" cy="5049000"/>
          </a:xfrm>
        </p:grpSpPr>
        <p:pic>
          <p:nvPicPr>
            <p:cNvPr id="617" name="Google Shape;128;p5"/>
            <p:cNvPicPr/>
            <p:nvPr/>
          </p:nvPicPr>
          <p:blipFill>
            <a:blip r:embed="rId5">
              <a:alphaModFix amt="50000"/>
            </a:blip>
            <a:stretch/>
          </p:blipFill>
          <p:spPr>
            <a:xfrm rot="2277600" flipH="1">
              <a:off x="7359480" y="3474000"/>
              <a:ext cx="3541680" cy="3464640"/>
            </a:xfrm>
            <a:prstGeom prst="rect">
              <a:avLst/>
            </a:prstGeom>
            <a:noFill/>
            <a:ln w="0">
              <a:noFill/>
            </a:ln>
          </p:spPr>
        </p:pic>
        <p:pic>
          <p:nvPicPr>
            <p:cNvPr id="618" name="Google Shape;129;p5"/>
            <p:cNvPicPr/>
            <p:nvPr/>
          </p:nvPicPr>
          <p:blipFill>
            <a:blip r:embed="rId5">
              <a:alphaModFix amt="50000"/>
            </a:blip>
            <a:stretch/>
          </p:blipFill>
          <p:spPr>
            <a:xfrm rot="7843800" flipH="1">
              <a:off x="-1692720" y="3352320"/>
              <a:ext cx="3541680" cy="3464640"/>
            </a:xfrm>
            <a:prstGeom prst="rect">
              <a:avLst/>
            </a:prstGeom>
            <a:noFill/>
            <a:ln w="0">
              <a:noFill/>
            </a:ln>
          </p:spPr>
        </p:pic>
      </p:grpSp>
      <p:sp>
        <p:nvSpPr>
          <p:cNvPr id="619"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pic>
        <p:nvPicPr>
          <p:cNvPr id="651" name="Google Shape;170;p8"/>
          <p:cNvPicPr/>
          <p:nvPr/>
        </p:nvPicPr>
        <p:blipFill>
          <a:blip r:embed="rId2"/>
          <a:srcRect t="1844" r="1844"/>
          <a:stretch/>
        </p:blipFill>
        <p:spPr>
          <a:xfrm flipH="1">
            <a:off x="360" y="0"/>
            <a:ext cx="9143640" cy="5143320"/>
          </a:xfrm>
          <a:prstGeom prst="rect">
            <a:avLst/>
          </a:prstGeom>
          <a:noFill/>
          <a:ln w="0">
            <a:noFill/>
          </a:ln>
        </p:spPr>
      </p:pic>
      <p:pic>
        <p:nvPicPr>
          <p:cNvPr id="652" name="Google Shape;171;p8"/>
          <p:cNvPicPr/>
          <p:nvPr/>
        </p:nvPicPr>
        <p:blipFill>
          <a:blip r:embed="rId3">
            <a:alphaModFix amt="60000"/>
          </a:blip>
          <a:srcRect b="1681"/>
          <a:stretch/>
        </p:blipFill>
        <p:spPr>
          <a:xfrm flipH="1">
            <a:off x="6489000" y="0"/>
            <a:ext cx="2740680" cy="5143320"/>
          </a:xfrm>
          <a:prstGeom prst="rect">
            <a:avLst/>
          </a:prstGeom>
          <a:noFill/>
          <a:ln w="0">
            <a:noFill/>
          </a:ln>
        </p:spPr>
      </p:pic>
      <p:grpSp>
        <p:nvGrpSpPr>
          <p:cNvPr id="653" name="Google Shape;172;p8"/>
          <p:cNvGrpSpPr/>
          <p:nvPr/>
        </p:nvGrpSpPr>
        <p:grpSpPr>
          <a:xfrm>
            <a:off x="-1880280" y="-2238480"/>
            <a:ext cx="12745800" cy="9193680"/>
            <a:chOff x="-1880280" y="-2238480"/>
            <a:chExt cx="12745800" cy="9193680"/>
          </a:xfrm>
        </p:grpSpPr>
        <p:pic>
          <p:nvPicPr>
            <p:cNvPr id="654" name="Google Shape;173;p8"/>
            <p:cNvPicPr/>
            <p:nvPr/>
          </p:nvPicPr>
          <p:blipFill>
            <a:blip r:embed="rId4">
              <a:alphaModFix amt="50000"/>
            </a:blip>
            <a:stretch/>
          </p:blipFill>
          <p:spPr>
            <a:xfrm rot="14977800" flipH="1">
              <a:off x="6854040" y="2959560"/>
              <a:ext cx="3541680" cy="3464640"/>
            </a:xfrm>
            <a:prstGeom prst="rect">
              <a:avLst/>
            </a:prstGeom>
            <a:noFill/>
            <a:ln w="0">
              <a:noFill/>
            </a:ln>
          </p:spPr>
        </p:pic>
        <p:pic>
          <p:nvPicPr>
            <p:cNvPr id="655" name="Google Shape;174;p8"/>
            <p:cNvPicPr/>
            <p:nvPr/>
          </p:nvPicPr>
          <p:blipFill>
            <a:blip r:embed="rId4">
              <a:alphaModFix amt="50000"/>
            </a:blip>
            <a:stretch/>
          </p:blipFill>
          <p:spPr>
            <a:xfrm rot="16919400" flipH="1">
              <a:off x="-1588680" y="-1878840"/>
              <a:ext cx="3541680" cy="3464640"/>
            </a:xfrm>
            <a:prstGeom prst="rect">
              <a:avLst/>
            </a:prstGeom>
            <a:noFill/>
            <a:ln w="0">
              <a:noFill/>
            </a:ln>
          </p:spPr>
        </p:pic>
      </p:grpSp>
      <p:grpSp>
        <p:nvGrpSpPr>
          <p:cNvPr id="656" name="Google Shape;175;p8"/>
          <p:cNvGrpSpPr/>
          <p:nvPr/>
        </p:nvGrpSpPr>
        <p:grpSpPr>
          <a:xfrm>
            <a:off x="7748280" y="-749880"/>
            <a:ext cx="1963080" cy="2057760"/>
            <a:chOff x="7748280" y="-749880"/>
            <a:chExt cx="1963080" cy="2057760"/>
          </a:xfrm>
        </p:grpSpPr>
        <p:pic>
          <p:nvPicPr>
            <p:cNvPr id="657" name="Google Shape;176;p8"/>
            <p:cNvPicPr/>
            <p:nvPr/>
          </p:nvPicPr>
          <p:blipFill>
            <a:blip r:embed="rId5">
              <a:alphaModFix amt="50000"/>
            </a:blip>
            <a:stretch/>
          </p:blipFill>
          <p:spPr>
            <a:xfrm rot="16200000">
              <a:off x="7726320" y="-727920"/>
              <a:ext cx="2007000" cy="1963080"/>
            </a:xfrm>
            <a:prstGeom prst="rect">
              <a:avLst/>
            </a:prstGeom>
            <a:noFill/>
            <a:ln w="0">
              <a:noFill/>
            </a:ln>
          </p:spPr>
        </p:pic>
        <p:grpSp>
          <p:nvGrpSpPr>
            <p:cNvPr id="658" name="Google Shape;177;p8"/>
            <p:cNvGrpSpPr/>
            <p:nvPr/>
          </p:nvGrpSpPr>
          <p:grpSpPr>
            <a:xfrm>
              <a:off x="8696880" y="990720"/>
              <a:ext cx="344520" cy="317160"/>
              <a:chOff x="8696880" y="990720"/>
              <a:chExt cx="344520" cy="317160"/>
            </a:xfrm>
          </p:grpSpPr>
          <p:sp>
            <p:nvSpPr>
              <p:cNvPr id="659" name="Google Shape;178;p8"/>
              <p:cNvSpPr/>
              <p:nvPr/>
            </p:nvSpPr>
            <p:spPr>
              <a:xfrm>
                <a:off x="8811720" y="104472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0" name="Google Shape;179;p8"/>
              <p:cNvSpPr/>
              <p:nvPr/>
            </p:nvSpPr>
            <p:spPr>
              <a:xfrm>
                <a:off x="8696880" y="122940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1" name="Google Shape;180;p8"/>
              <p:cNvSpPr/>
              <p:nvPr/>
            </p:nvSpPr>
            <p:spPr>
              <a:xfrm>
                <a:off x="8730360" y="99072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2" name="Google Shape;181;p8"/>
              <p:cNvSpPr/>
              <p:nvPr/>
            </p:nvSpPr>
            <p:spPr>
              <a:xfrm>
                <a:off x="8754840" y="119664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63" name="Google Shape;182;p8"/>
            <p:cNvGrpSpPr/>
            <p:nvPr/>
          </p:nvGrpSpPr>
          <p:grpSpPr>
            <a:xfrm>
              <a:off x="8691120" y="332640"/>
              <a:ext cx="356040" cy="357120"/>
              <a:chOff x="8691120" y="332640"/>
              <a:chExt cx="356040" cy="357120"/>
            </a:xfrm>
          </p:grpSpPr>
          <p:sp>
            <p:nvSpPr>
              <p:cNvPr id="664" name="Google Shape;183;p8"/>
              <p:cNvSpPr/>
              <p:nvPr/>
            </p:nvSpPr>
            <p:spPr>
              <a:xfrm>
                <a:off x="8768880" y="542520"/>
                <a:ext cx="68400" cy="68400"/>
              </a:xfrm>
              <a:custGeom>
                <a:avLst/>
                <a:gdLst>
                  <a:gd name="textAreaLeft" fmla="*/ 0 w 68400"/>
                  <a:gd name="textAreaRight" fmla="*/ 68760 w 68400"/>
                  <a:gd name="textAreaTop" fmla="*/ 0 h 68400"/>
                  <a:gd name="textAreaBottom" fmla="*/ 68760 h 6840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200" bIns="342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5" name="Google Shape;184;p8"/>
              <p:cNvSpPr/>
              <p:nvPr/>
            </p:nvSpPr>
            <p:spPr>
              <a:xfrm>
                <a:off x="8900640" y="543600"/>
                <a:ext cx="67680" cy="67320"/>
              </a:xfrm>
              <a:custGeom>
                <a:avLst/>
                <a:gdLst>
                  <a:gd name="textAreaLeft" fmla="*/ 0 w 67680"/>
                  <a:gd name="textAreaRight" fmla="*/ 68040 w 67680"/>
                  <a:gd name="textAreaTop" fmla="*/ 0 h 67320"/>
                  <a:gd name="textAreaBottom" fmla="*/ 67680 h 6732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6" name="Google Shape;185;p8"/>
              <p:cNvSpPr/>
              <p:nvPr/>
            </p:nvSpPr>
            <p:spPr>
              <a:xfrm>
                <a:off x="8768880" y="411480"/>
                <a:ext cx="66960" cy="67680"/>
              </a:xfrm>
              <a:custGeom>
                <a:avLst/>
                <a:gdLst>
                  <a:gd name="textAreaLeft" fmla="*/ 0 w 66960"/>
                  <a:gd name="textAreaRight" fmla="*/ 67320 w 66960"/>
                  <a:gd name="textAreaTop" fmla="*/ 0 h 67680"/>
                  <a:gd name="textAreaBottom" fmla="*/ 68040 h 6768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3840" bIns="338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7" name="Google Shape;186;p8"/>
              <p:cNvSpPr/>
              <p:nvPr/>
            </p:nvSpPr>
            <p:spPr>
              <a:xfrm>
                <a:off x="8899200" y="411480"/>
                <a:ext cx="69120" cy="69120"/>
              </a:xfrm>
              <a:custGeom>
                <a:avLst/>
                <a:gdLst>
                  <a:gd name="textAreaLeft" fmla="*/ 0 w 69120"/>
                  <a:gd name="textAreaRight" fmla="*/ 69480 w 69120"/>
                  <a:gd name="textAreaTop" fmla="*/ 0 h 69120"/>
                  <a:gd name="textAreaBottom" fmla="*/ 69480 h 6912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4560" bIns="34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8" name="Google Shape;187;p8"/>
              <p:cNvSpPr/>
              <p:nvPr/>
            </p:nvSpPr>
            <p:spPr>
              <a:xfrm>
                <a:off x="8850240" y="494640"/>
                <a:ext cx="36000" cy="35280"/>
              </a:xfrm>
              <a:custGeom>
                <a:avLst/>
                <a:gdLst>
                  <a:gd name="textAreaLeft" fmla="*/ 0 w 36000"/>
                  <a:gd name="textAreaRight" fmla="*/ 36360 w 36000"/>
                  <a:gd name="textAreaTop" fmla="*/ 0 h 35280"/>
                  <a:gd name="textAreaBottom" fmla="*/ 35640 h 3528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7640" bIns="176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9" name="Google Shape;188;p8"/>
              <p:cNvSpPr/>
              <p:nvPr/>
            </p:nvSpPr>
            <p:spPr>
              <a:xfrm>
                <a:off x="8763120" y="406800"/>
                <a:ext cx="209880" cy="209880"/>
              </a:xfrm>
              <a:custGeom>
                <a:avLst/>
                <a:gdLst>
                  <a:gd name="textAreaLeft" fmla="*/ 0 w 209880"/>
                  <a:gd name="textAreaRight" fmla="*/ 210240 w 209880"/>
                  <a:gd name="textAreaTop" fmla="*/ 0 h 209880"/>
                  <a:gd name="textAreaBottom" fmla="*/ 210240 h 2098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0" name="Google Shape;189;p8"/>
              <p:cNvSpPr/>
              <p:nvPr/>
            </p:nvSpPr>
            <p:spPr>
              <a:xfrm>
                <a:off x="8691120" y="332640"/>
                <a:ext cx="356040" cy="357120"/>
              </a:xfrm>
              <a:custGeom>
                <a:avLst/>
                <a:gdLst>
                  <a:gd name="textAreaLeft" fmla="*/ 0 w 356040"/>
                  <a:gd name="textAreaRight" fmla="*/ 356400 w 356040"/>
                  <a:gd name="textAreaTop" fmla="*/ 0 h 357120"/>
                  <a:gd name="textAreaBottom" fmla="*/ 357480 h 35712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71" name="Google Shape;190;p8"/>
            <p:cNvGrpSpPr/>
            <p:nvPr/>
          </p:nvGrpSpPr>
          <p:grpSpPr>
            <a:xfrm>
              <a:off x="8134560" y="650880"/>
              <a:ext cx="354600" cy="366480"/>
              <a:chOff x="8134560" y="650880"/>
              <a:chExt cx="354600" cy="366480"/>
            </a:xfrm>
          </p:grpSpPr>
          <p:sp>
            <p:nvSpPr>
              <p:cNvPr id="672" name="Google Shape;191;p8"/>
              <p:cNvSpPr/>
              <p:nvPr/>
            </p:nvSpPr>
            <p:spPr>
              <a:xfrm>
                <a:off x="8134560" y="650880"/>
                <a:ext cx="354600" cy="231480"/>
              </a:xfrm>
              <a:custGeom>
                <a:avLst/>
                <a:gdLst>
                  <a:gd name="textAreaLeft" fmla="*/ 0 w 354600"/>
                  <a:gd name="textAreaRight" fmla="*/ 354960 w 354600"/>
                  <a:gd name="textAreaTop" fmla="*/ 0 h 231480"/>
                  <a:gd name="textAreaBottom" fmla="*/ 231840 h 23148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3" name="Google Shape;192;p8"/>
              <p:cNvSpPr/>
              <p:nvPr/>
            </p:nvSpPr>
            <p:spPr>
              <a:xfrm>
                <a:off x="8382960" y="971280"/>
                <a:ext cx="44280" cy="46080"/>
              </a:xfrm>
              <a:custGeom>
                <a:avLst/>
                <a:gdLst>
                  <a:gd name="textAreaLeft" fmla="*/ 0 w 44280"/>
                  <a:gd name="textAreaRight" fmla="*/ 44640 w 44280"/>
                  <a:gd name="textAreaTop" fmla="*/ 0 h 46080"/>
                  <a:gd name="textAreaBottom" fmla="*/ 46440 h 4608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3040" bIns="230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4" name="Google Shape;193;p8"/>
              <p:cNvSpPr/>
              <p:nvPr/>
            </p:nvSpPr>
            <p:spPr>
              <a:xfrm>
                <a:off x="8326440" y="900000"/>
                <a:ext cx="135000" cy="48600"/>
              </a:xfrm>
              <a:custGeom>
                <a:avLst/>
                <a:gdLst>
                  <a:gd name="textAreaLeft" fmla="*/ 0 w 135000"/>
                  <a:gd name="textAreaRight" fmla="*/ 135360 w 135000"/>
                  <a:gd name="textAreaTop" fmla="*/ 0 h 48600"/>
                  <a:gd name="textAreaBottom" fmla="*/ 48960 h 4860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4480" bIns="244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sp>
        <p:nvSpPr>
          <p:cNvPr id="675" name="PlaceHolder 1"/>
          <p:cNvSpPr>
            <a:spLocks noGrp="1"/>
          </p:cNvSpPr>
          <p:nvPr>
            <p:ph type="title"/>
          </p:nvPr>
        </p:nvSpPr>
        <p:spPr>
          <a:xfrm>
            <a:off x="2318040" y="1307160"/>
            <a:ext cx="45079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pic>
        <p:nvPicPr>
          <p:cNvPr id="676" name="Google Shape;196;p9"/>
          <p:cNvPicPr/>
          <p:nvPr/>
        </p:nvPicPr>
        <p:blipFill>
          <a:blip r:embed="rId2"/>
          <a:srcRect t="1844" r="1844"/>
          <a:stretch/>
        </p:blipFill>
        <p:spPr>
          <a:xfrm>
            <a:off x="0" y="0"/>
            <a:ext cx="9143640" cy="5143320"/>
          </a:xfrm>
          <a:prstGeom prst="rect">
            <a:avLst/>
          </a:prstGeom>
          <a:noFill/>
          <a:ln w="0">
            <a:noFill/>
          </a:ln>
        </p:spPr>
      </p:pic>
      <p:pic>
        <p:nvPicPr>
          <p:cNvPr id="677" name="Google Shape;197;p9"/>
          <p:cNvPicPr/>
          <p:nvPr/>
        </p:nvPicPr>
        <p:blipFill>
          <a:blip r:embed="rId3">
            <a:alphaModFix amt="60000"/>
          </a:blip>
          <a:srcRect b="1681"/>
          <a:stretch/>
        </p:blipFill>
        <p:spPr>
          <a:xfrm>
            <a:off x="0" y="0"/>
            <a:ext cx="2740680" cy="5143320"/>
          </a:xfrm>
          <a:prstGeom prst="rect">
            <a:avLst/>
          </a:prstGeom>
          <a:noFill/>
          <a:ln w="0">
            <a:noFill/>
          </a:ln>
        </p:spPr>
      </p:pic>
      <p:grpSp>
        <p:nvGrpSpPr>
          <p:cNvPr id="678" name="Google Shape;198;p9"/>
          <p:cNvGrpSpPr/>
          <p:nvPr/>
        </p:nvGrpSpPr>
        <p:grpSpPr>
          <a:xfrm>
            <a:off x="-440640" y="-271440"/>
            <a:ext cx="9706680" cy="5878800"/>
            <a:chOff x="-440640" y="-271440"/>
            <a:chExt cx="9706680" cy="5878800"/>
          </a:xfrm>
        </p:grpSpPr>
        <p:grpSp>
          <p:nvGrpSpPr>
            <p:cNvPr id="679" name="Google Shape;199;p9"/>
            <p:cNvGrpSpPr/>
            <p:nvPr/>
          </p:nvGrpSpPr>
          <p:grpSpPr>
            <a:xfrm>
              <a:off x="7302960" y="3600360"/>
              <a:ext cx="1963080" cy="2007000"/>
              <a:chOff x="7302960" y="3600360"/>
              <a:chExt cx="1963080" cy="2007000"/>
            </a:xfrm>
          </p:grpSpPr>
          <p:pic>
            <p:nvPicPr>
              <p:cNvPr id="680" name="Google Shape;200;p9"/>
              <p:cNvPicPr/>
              <p:nvPr/>
            </p:nvPicPr>
            <p:blipFill>
              <a:blip r:embed="rId4">
                <a:alphaModFix amt="50000"/>
              </a:blip>
              <a:stretch/>
            </p:blipFill>
            <p:spPr>
              <a:xfrm rot="5400000">
                <a:off x="7281000" y="3622320"/>
                <a:ext cx="2007000" cy="1963080"/>
              </a:xfrm>
              <a:prstGeom prst="rect">
                <a:avLst/>
              </a:prstGeom>
              <a:noFill/>
              <a:ln w="0">
                <a:noFill/>
              </a:ln>
            </p:spPr>
          </p:pic>
          <p:grpSp>
            <p:nvGrpSpPr>
              <p:cNvPr id="681" name="Google Shape;201;p9"/>
              <p:cNvGrpSpPr/>
              <p:nvPr/>
            </p:nvGrpSpPr>
            <p:grpSpPr>
              <a:xfrm>
                <a:off x="8547840" y="4489920"/>
                <a:ext cx="326880" cy="318240"/>
                <a:chOff x="8547840" y="4489920"/>
                <a:chExt cx="326880" cy="318240"/>
              </a:xfrm>
            </p:grpSpPr>
            <p:sp>
              <p:nvSpPr>
                <p:cNvPr id="682" name="Google Shape;202;p9"/>
                <p:cNvSpPr/>
                <p:nvPr/>
              </p:nvSpPr>
              <p:spPr>
                <a:xfrm>
                  <a:off x="8674200" y="4786560"/>
                  <a:ext cx="115920" cy="21600"/>
                </a:xfrm>
                <a:custGeom>
                  <a:avLst/>
                  <a:gdLst>
                    <a:gd name="textAreaLeft" fmla="*/ 0 w 115920"/>
                    <a:gd name="textAreaRight" fmla="*/ 116280 w 115920"/>
                    <a:gd name="textAreaTop" fmla="*/ 0 h 21600"/>
                    <a:gd name="textAreaBottom" fmla="*/ 21960 h 21600"/>
                  </a:gdLst>
                  <a:ahLst/>
                  <a:cxnLst/>
                  <a:rect l="textAreaLeft" t="textAreaTop" r="textAreaRight" b="textAreaBottom"/>
                  <a:pathLst>
                    <a:path w="190" h="36">
                      <a:moveTo>
                        <a:pt x="1" y="14"/>
                      </a:moveTo>
                      <a:cubicBezTo>
                        <a:pt x="0" y="16"/>
                        <a:pt x="2" y="19"/>
                        <a:pt x="4" y="19"/>
                      </a:cubicBezTo>
                      <a:cubicBezTo>
                        <a:pt x="65" y="36"/>
                        <a:pt x="135" y="29"/>
                        <a:pt x="190" y="0"/>
                      </a:cubicBezTo>
                      <a:cubicBezTo>
                        <a:pt x="6" y="0"/>
                        <a:pt x="6" y="0"/>
                        <a:pt x="6" y="0"/>
                      </a:cubicBezTo>
                      <a:lnTo>
                        <a:pt x="1" y="14"/>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3" name="Google Shape;203;p9"/>
                <p:cNvSpPr/>
                <p:nvPr/>
              </p:nvSpPr>
              <p:spPr>
                <a:xfrm>
                  <a:off x="8547840" y="4608360"/>
                  <a:ext cx="155880" cy="181080"/>
                </a:xfrm>
                <a:custGeom>
                  <a:avLst/>
                  <a:gdLst>
                    <a:gd name="textAreaLeft" fmla="*/ 0 w 155880"/>
                    <a:gd name="textAreaRight" fmla="*/ 156240 w 155880"/>
                    <a:gd name="textAreaTop" fmla="*/ 0 h 181080"/>
                    <a:gd name="textAreaBottom" fmla="*/ 181440 h 181080"/>
                  </a:gdLst>
                  <a:ahLst/>
                  <a:cxnLst/>
                  <a:rect l="textAreaLeft" t="textAreaTop" r="textAreaRight" b="textAreaBottom"/>
                  <a:pathLst>
                    <a:path w="255" h="296">
                      <a:moveTo>
                        <a:pt x="251" y="72"/>
                      </a:moveTo>
                      <a:cubicBezTo>
                        <a:pt x="34" y="1"/>
                        <a:pt x="34" y="1"/>
                        <a:pt x="34" y="1"/>
                      </a:cubicBezTo>
                      <a:cubicBezTo>
                        <a:pt x="32" y="0"/>
                        <a:pt x="29" y="2"/>
                        <a:pt x="28" y="5"/>
                      </a:cubicBezTo>
                      <a:cubicBezTo>
                        <a:pt x="0" y="121"/>
                        <a:pt x="60" y="245"/>
                        <a:pt x="169" y="295"/>
                      </a:cubicBezTo>
                      <a:cubicBezTo>
                        <a:pt x="171" y="296"/>
                        <a:pt x="174" y="295"/>
                        <a:pt x="175" y="292"/>
                      </a:cubicBezTo>
                      <a:cubicBezTo>
                        <a:pt x="254" y="78"/>
                        <a:pt x="254" y="78"/>
                        <a:pt x="254" y="78"/>
                      </a:cubicBezTo>
                      <a:cubicBezTo>
                        <a:pt x="255" y="76"/>
                        <a:pt x="254" y="73"/>
                        <a:pt x="251" y="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4" name="Google Shape;204;p9"/>
                <p:cNvSpPr/>
                <p:nvPr/>
              </p:nvSpPr>
              <p:spPr>
                <a:xfrm>
                  <a:off x="8685720" y="4742640"/>
                  <a:ext cx="156960" cy="23040"/>
                </a:xfrm>
                <a:custGeom>
                  <a:avLst/>
                  <a:gdLst>
                    <a:gd name="textAreaLeft" fmla="*/ 0 w 156960"/>
                    <a:gd name="textAreaRight" fmla="*/ 157320 w 156960"/>
                    <a:gd name="textAreaTop" fmla="*/ 0 h 23040"/>
                    <a:gd name="textAreaBottom" fmla="*/ 23400 h 23040"/>
                  </a:gdLst>
                  <a:ahLst/>
                  <a:cxnLst/>
                  <a:rect l="textAreaLeft" t="textAreaTop" r="textAreaRight" b="textAreaBottom"/>
                  <a:pathLst>
                    <a:path w="257" h="38">
                      <a:moveTo>
                        <a:pt x="0" y="38"/>
                      </a:moveTo>
                      <a:cubicBezTo>
                        <a:pt x="221" y="38"/>
                        <a:pt x="221" y="38"/>
                        <a:pt x="221" y="38"/>
                      </a:cubicBezTo>
                      <a:cubicBezTo>
                        <a:pt x="234" y="26"/>
                        <a:pt x="246" y="13"/>
                        <a:pt x="257" y="0"/>
                      </a:cubicBezTo>
                      <a:cubicBezTo>
                        <a:pt x="14" y="0"/>
                        <a:pt x="14" y="0"/>
                        <a:pt x="14" y="0"/>
                      </a:cubicBezTo>
                      <a:lnTo>
                        <a:pt x="0" y="38"/>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5" name="Google Shape;205;p9"/>
                <p:cNvSpPr/>
                <p:nvPr/>
              </p:nvSpPr>
              <p:spPr>
                <a:xfrm>
                  <a:off x="8572680" y="4489920"/>
                  <a:ext cx="134280" cy="141480"/>
                </a:xfrm>
                <a:custGeom>
                  <a:avLst/>
                  <a:gdLst>
                    <a:gd name="textAreaLeft" fmla="*/ 0 w 134280"/>
                    <a:gd name="textAreaRight" fmla="*/ 134640 w 134280"/>
                    <a:gd name="textAreaTop" fmla="*/ 0 h 141480"/>
                    <a:gd name="textAreaBottom" fmla="*/ 141840 h 141480"/>
                  </a:gdLst>
                  <a:ahLst/>
                  <a:cxnLst/>
                  <a:rect l="textAreaLeft" t="textAreaTop" r="textAreaRight" b="textAreaBottom"/>
                  <a:pathLst>
                    <a:path w="220" h="231">
                      <a:moveTo>
                        <a:pt x="4" y="162"/>
                      </a:moveTo>
                      <a:cubicBezTo>
                        <a:pt x="214" y="230"/>
                        <a:pt x="214" y="230"/>
                        <a:pt x="214" y="230"/>
                      </a:cubicBezTo>
                      <a:cubicBezTo>
                        <a:pt x="217" y="231"/>
                        <a:pt x="220" y="229"/>
                        <a:pt x="220" y="226"/>
                      </a:cubicBezTo>
                      <a:cubicBezTo>
                        <a:pt x="220" y="5"/>
                        <a:pt x="220" y="5"/>
                        <a:pt x="220" y="5"/>
                      </a:cubicBezTo>
                      <a:cubicBezTo>
                        <a:pt x="220" y="2"/>
                        <a:pt x="217" y="0"/>
                        <a:pt x="215" y="0"/>
                      </a:cubicBezTo>
                      <a:cubicBezTo>
                        <a:pt x="155" y="6"/>
                        <a:pt x="99" y="31"/>
                        <a:pt x="56" y="75"/>
                      </a:cubicBezTo>
                      <a:cubicBezTo>
                        <a:pt x="32" y="98"/>
                        <a:pt x="14" y="125"/>
                        <a:pt x="1" y="155"/>
                      </a:cubicBezTo>
                      <a:cubicBezTo>
                        <a:pt x="0" y="158"/>
                        <a:pt x="1" y="161"/>
                        <a:pt x="4" y="16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6" name="Google Shape;206;p9"/>
                <p:cNvSpPr/>
                <p:nvPr/>
              </p:nvSpPr>
              <p:spPr>
                <a:xfrm>
                  <a:off x="8701560" y="4700160"/>
                  <a:ext cx="164160" cy="21240"/>
                </a:xfrm>
                <a:custGeom>
                  <a:avLst/>
                  <a:gdLst>
                    <a:gd name="textAreaLeft" fmla="*/ 0 w 164160"/>
                    <a:gd name="textAreaRight" fmla="*/ 164520 w 164160"/>
                    <a:gd name="textAreaTop" fmla="*/ 0 h 21240"/>
                    <a:gd name="textAreaBottom" fmla="*/ 21600 h 21240"/>
                  </a:gdLst>
                  <a:ahLst/>
                  <a:cxnLst/>
                  <a:rect l="textAreaLeft" t="textAreaTop" r="textAreaRight" b="textAreaBottom"/>
                  <a:pathLst>
                    <a:path w="268" h="35">
                      <a:moveTo>
                        <a:pt x="0" y="35"/>
                      </a:moveTo>
                      <a:cubicBezTo>
                        <a:pt x="253" y="35"/>
                        <a:pt x="253" y="35"/>
                        <a:pt x="253" y="35"/>
                      </a:cubicBezTo>
                      <a:cubicBezTo>
                        <a:pt x="259" y="24"/>
                        <a:pt x="264" y="12"/>
                        <a:pt x="268" y="0"/>
                      </a:cubicBezTo>
                      <a:cubicBezTo>
                        <a:pt x="13" y="0"/>
                        <a:pt x="13" y="0"/>
                        <a:pt x="13" y="0"/>
                      </a:cubicBezTo>
                      <a:lnTo>
                        <a:pt x="0" y="35"/>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7" name="Google Shape;207;p9"/>
                <p:cNvSpPr/>
                <p:nvPr/>
              </p:nvSpPr>
              <p:spPr>
                <a:xfrm>
                  <a:off x="8717040" y="4657320"/>
                  <a:ext cx="157680" cy="21600"/>
                </a:xfrm>
                <a:custGeom>
                  <a:avLst/>
                  <a:gdLst>
                    <a:gd name="textAreaLeft" fmla="*/ 0 w 157680"/>
                    <a:gd name="textAreaRight" fmla="*/ 158040 w 157680"/>
                    <a:gd name="textAreaTop" fmla="*/ 0 h 21600"/>
                    <a:gd name="textAreaBottom" fmla="*/ 21960 h 21600"/>
                  </a:gdLst>
                  <a:ahLst/>
                  <a:cxnLst/>
                  <a:rect l="textAreaLeft" t="textAreaTop" r="textAreaRight" b="textAreaBottom"/>
                  <a:pathLst>
                    <a:path w="258" h="36">
                      <a:moveTo>
                        <a:pt x="253" y="0"/>
                      </a:moveTo>
                      <a:cubicBezTo>
                        <a:pt x="16" y="0"/>
                        <a:pt x="16" y="0"/>
                        <a:pt x="16" y="0"/>
                      </a:cubicBezTo>
                      <a:cubicBezTo>
                        <a:pt x="15" y="0"/>
                        <a:pt x="14" y="1"/>
                        <a:pt x="13" y="2"/>
                      </a:cubicBezTo>
                      <a:cubicBezTo>
                        <a:pt x="0" y="36"/>
                        <a:pt x="0" y="36"/>
                        <a:pt x="0" y="36"/>
                      </a:cubicBezTo>
                      <a:cubicBezTo>
                        <a:pt x="253" y="36"/>
                        <a:pt x="253" y="36"/>
                        <a:pt x="253" y="36"/>
                      </a:cubicBezTo>
                      <a:cubicBezTo>
                        <a:pt x="255" y="26"/>
                        <a:pt x="257" y="16"/>
                        <a:pt x="257" y="5"/>
                      </a:cubicBezTo>
                      <a:cubicBezTo>
                        <a:pt x="258" y="2"/>
                        <a:pt x="255" y="0"/>
                        <a:pt x="25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0800" bIns="10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8" name="Google Shape;208;p9"/>
                <p:cNvSpPr/>
                <p:nvPr/>
              </p:nvSpPr>
              <p:spPr>
                <a:xfrm>
                  <a:off x="8746200" y="4565520"/>
                  <a:ext cx="18360" cy="54720"/>
                </a:xfrm>
                <a:custGeom>
                  <a:avLst/>
                  <a:gdLst>
                    <a:gd name="textAreaLeft" fmla="*/ 0 w 18360"/>
                    <a:gd name="textAreaRight" fmla="*/ 18720 w 18360"/>
                    <a:gd name="textAreaTop" fmla="*/ 0 h 54720"/>
                    <a:gd name="textAreaBottom" fmla="*/ 55080 h 54720"/>
                  </a:gdLst>
                  <a:ahLst/>
                  <a:cxnLst/>
                  <a:rect l="textAreaLeft" t="textAreaTop" r="textAreaRight" b="textAreaBottom"/>
                  <a:pathLst>
                    <a:path w="31" h="90">
                      <a:moveTo>
                        <a:pt x="16" y="90"/>
                      </a:moveTo>
                      <a:cubicBezTo>
                        <a:pt x="24" y="90"/>
                        <a:pt x="31" y="84"/>
                        <a:pt x="31" y="75"/>
                      </a:cubicBezTo>
                      <a:cubicBezTo>
                        <a:pt x="31" y="20"/>
                        <a:pt x="31" y="20"/>
                        <a:pt x="31" y="20"/>
                      </a:cubicBezTo>
                      <a:cubicBezTo>
                        <a:pt x="30" y="0"/>
                        <a:pt x="1" y="0"/>
                        <a:pt x="0" y="20"/>
                      </a:cubicBezTo>
                      <a:cubicBezTo>
                        <a:pt x="0" y="75"/>
                        <a:pt x="0" y="75"/>
                        <a:pt x="0" y="75"/>
                      </a:cubicBezTo>
                      <a:cubicBezTo>
                        <a:pt x="0" y="84"/>
                        <a:pt x="7" y="90"/>
                        <a:pt x="16" y="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9" name="Google Shape;209;p9"/>
                <p:cNvSpPr/>
                <p:nvPr/>
              </p:nvSpPr>
              <p:spPr>
                <a:xfrm>
                  <a:off x="8783640" y="4544640"/>
                  <a:ext cx="18000" cy="75600"/>
                </a:xfrm>
                <a:custGeom>
                  <a:avLst/>
                  <a:gdLst>
                    <a:gd name="textAreaLeft" fmla="*/ 0 w 18000"/>
                    <a:gd name="textAreaRight" fmla="*/ 18360 w 18000"/>
                    <a:gd name="textAreaTop" fmla="*/ 0 h 75600"/>
                    <a:gd name="textAreaBottom" fmla="*/ 75960 h 75600"/>
                  </a:gdLst>
                  <a:ahLst/>
                  <a:cxnLst/>
                  <a:rect l="textAreaLeft" t="textAreaTop" r="textAreaRight" b="textAreaBottom"/>
                  <a:pathLst>
                    <a:path w="30" h="124">
                      <a:moveTo>
                        <a:pt x="15" y="124"/>
                      </a:moveTo>
                      <a:cubicBezTo>
                        <a:pt x="24" y="124"/>
                        <a:pt x="30" y="118"/>
                        <a:pt x="30" y="109"/>
                      </a:cubicBezTo>
                      <a:cubicBezTo>
                        <a:pt x="30" y="20"/>
                        <a:pt x="30" y="20"/>
                        <a:pt x="30" y="20"/>
                      </a:cubicBezTo>
                      <a:cubicBezTo>
                        <a:pt x="30" y="0"/>
                        <a:pt x="1" y="0"/>
                        <a:pt x="0" y="20"/>
                      </a:cubicBezTo>
                      <a:cubicBezTo>
                        <a:pt x="0" y="109"/>
                        <a:pt x="0" y="109"/>
                        <a:pt x="0" y="109"/>
                      </a:cubicBezTo>
                      <a:cubicBezTo>
                        <a:pt x="0" y="118"/>
                        <a:pt x="7" y="124"/>
                        <a:pt x="15" y="124"/>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7800" bIns="3780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0" name="Google Shape;210;p9"/>
                <p:cNvSpPr/>
                <p:nvPr/>
              </p:nvSpPr>
              <p:spPr>
                <a:xfrm>
                  <a:off x="8821080" y="4515840"/>
                  <a:ext cx="18360" cy="104400"/>
                </a:xfrm>
                <a:custGeom>
                  <a:avLst/>
                  <a:gdLst>
                    <a:gd name="textAreaLeft" fmla="*/ 0 w 18360"/>
                    <a:gd name="textAreaRight" fmla="*/ 18720 w 18360"/>
                    <a:gd name="textAreaTop" fmla="*/ 0 h 104400"/>
                    <a:gd name="textAreaBottom" fmla="*/ 104760 h 104400"/>
                  </a:gdLst>
                  <a:ahLst/>
                  <a:cxnLst/>
                  <a:rect l="textAreaLeft" t="textAreaTop" r="textAreaRight" b="textAreaBottom"/>
                  <a:pathLst>
                    <a:path w="30" h="171">
                      <a:moveTo>
                        <a:pt x="15" y="171"/>
                      </a:moveTo>
                      <a:cubicBezTo>
                        <a:pt x="23" y="171"/>
                        <a:pt x="30" y="165"/>
                        <a:pt x="30" y="156"/>
                      </a:cubicBezTo>
                      <a:cubicBezTo>
                        <a:pt x="30" y="20"/>
                        <a:pt x="30" y="20"/>
                        <a:pt x="30" y="20"/>
                      </a:cubicBezTo>
                      <a:cubicBezTo>
                        <a:pt x="29" y="0"/>
                        <a:pt x="1" y="0"/>
                        <a:pt x="0" y="20"/>
                      </a:cubicBezTo>
                      <a:cubicBezTo>
                        <a:pt x="0" y="156"/>
                        <a:pt x="0" y="156"/>
                        <a:pt x="0" y="156"/>
                      </a:cubicBezTo>
                      <a:cubicBezTo>
                        <a:pt x="0" y="165"/>
                        <a:pt x="7" y="171"/>
                        <a:pt x="15" y="171"/>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91" name="Google Shape;211;p9"/>
              <p:cNvGrpSpPr/>
              <p:nvPr/>
            </p:nvGrpSpPr>
            <p:grpSpPr>
              <a:xfrm>
                <a:off x="8591040" y="5153400"/>
                <a:ext cx="268200" cy="268560"/>
                <a:chOff x="8591040" y="5153400"/>
                <a:chExt cx="268200" cy="268560"/>
              </a:xfrm>
            </p:grpSpPr>
            <p:sp>
              <p:nvSpPr>
                <p:cNvPr id="692" name="Google Shape;212;p9"/>
                <p:cNvSpPr/>
                <p:nvPr/>
              </p:nvSpPr>
              <p:spPr>
                <a:xfrm>
                  <a:off x="8649720" y="5311440"/>
                  <a:ext cx="51480" cy="51480"/>
                </a:xfrm>
                <a:custGeom>
                  <a:avLst/>
                  <a:gdLst>
                    <a:gd name="textAreaLeft" fmla="*/ 0 w 51480"/>
                    <a:gd name="textAreaRight" fmla="*/ 51840 w 51480"/>
                    <a:gd name="textAreaTop" fmla="*/ 0 h 51480"/>
                    <a:gd name="textAreaBottom" fmla="*/ 51840 h 51480"/>
                  </a:gdLst>
                  <a:ahLst/>
                  <a:cxnLst/>
                  <a:rect l="textAreaLeft" t="textAreaTop" r="textAreaRight" b="textAreaBottom"/>
                  <a:pathLst>
                    <a:path w="99" h="99">
                      <a:moveTo>
                        <a:pt x="0" y="2"/>
                      </a:moveTo>
                      <a:cubicBezTo>
                        <a:pt x="7" y="24"/>
                        <a:pt x="19" y="45"/>
                        <a:pt x="37" y="62"/>
                      </a:cubicBezTo>
                      <a:cubicBezTo>
                        <a:pt x="54" y="80"/>
                        <a:pt x="75" y="92"/>
                        <a:pt x="97" y="99"/>
                      </a:cubicBezTo>
                      <a:cubicBezTo>
                        <a:pt x="99" y="53"/>
                        <a:pt x="46" y="0"/>
                        <a:pt x="0" y="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3" name="Google Shape;213;p9"/>
                <p:cNvSpPr/>
                <p:nvPr/>
              </p:nvSpPr>
              <p:spPr>
                <a:xfrm>
                  <a:off x="8748720" y="5312160"/>
                  <a:ext cx="50760" cy="50760"/>
                </a:xfrm>
                <a:custGeom>
                  <a:avLst/>
                  <a:gdLst>
                    <a:gd name="textAreaLeft" fmla="*/ 0 w 50760"/>
                    <a:gd name="textAreaRight" fmla="*/ 51120 w 50760"/>
                    <a:gd name="textAreaTop" fmla="*/ 0 h 50760"/>
                    <a:gd name="textAreaBottom" fmla="*/ 51120 h 50760"/>
                  </a:gdLst>
                  <a:ahLst/>
                  <a:cxnLst/>
                  <a:rect l="textAreaLeft" t="textAreaTop" r="textAreaRight" b="textAreaBottom"/>
                  <a:pathLst>
                    <a:path w="98" h="98">
                      <a:moveTo>
                        <a:pt x="31" y="32"/>
                      </a:moveTo>
                      <a:cubicBezTo>
                        <a:pt x="11" y="52"/>
                        <a:pt x="0" y="77"/>
                        <a:pt x="0" y="98"/>
                      </a:cubicBezTo>
                      <a:cubicBezTo>
                        <a:pt x="22" y="91"/>
                        <a:pt x="43" y="79"/>
                        <a:pt x="61" y="61"/>
                      </a:cubicBezTo>
                      <a:cubicBezTo>
                        <a:pt x="78" y="44"/>
                        <a:pt x="91" y="23"/>
                        <a:pt x="98" y="1"/>
                      </a:cubicBezTo>
                      <a:cubicBezTo>
                        <a:pt x="76" y="0"/>
                        <a:pt x="51" y="11"/>
                        <a:pt x="31" y="3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4" name="Google Shape;214;p9"/>
                <p:cNvSpPr/>
                <p:nvPr/>
              </p:nvSpPr>
              <p:spPr>
                <a:xfrm>
                  <a:off x="8649720" y="5212800"/>
                  <a:ext cx="50400" cy="50760"/>
                </a:xfrm>
                <a:custGeom>
                  <a:avLst/>
                  <a:gdLst>
                    <a:gd name="textAreaLeft" fmla="*/ 0 w 50400"/>
                    <a:gd name="textAreaRight" fmla="*/ 50760 w 50400"/>
                    <a:gd name="textAreaTop" fmla="*/ 0 h 50760"/>
                    <a:gd name="textAreaBottom" fmla="*/ 51120 h 50760"/>
                  </a:gdLst>
                  <a:ahLst/>
                  <a:cxnLst/>
                  <a:rect l="textAreaLeft" t="textAreaTop" r="textAreaRight" b="textAreaBottom"/>
                  <a:pathLst>
                    <a:path w="97" h="98">
                      <a:moveTo>
                        <a:pt x="66" y="67"/>
                      </a:moveTo>
                      <a:cubicBezTo>
                        <a:pt x="86" y="47"/>
                        <a:pt x="97" y="22"/>
                        <a:pt x="97" y="0"/>
                      </a:cubicBezTo>
                      <a:cubicBezTo>
                        <a:pt x="52" y="14"/>
                        <a:pt x="13" y="53"/>
                        <a:pt x="0" y="98"/>
                      </a:cubicBezTo>
                      <a:cubicBezTo>
                        <a:pt x="21" y="98"/>
                        <a:pt x="46" y="87"/>
                        <a:pt x="66" y="6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560" bIns="255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5" name="Google Shape;215;p9"/>
                <p:cNvSpPr/>
                <p:nvPr/>
              </p:nvSpPr>
              <p:spPr>
                <a:xfrm>
                  <a:off x="8747640" y="5212800"/>
                  <a:ext cx="51840" cy="51840"/>
                </a:xfrm>
                <a:custGeom>
                  <a:avLst/>
                  <a:gdLst>
                    <a:gd name="textAreaLeft" fmla="*/ 0 w 51840"/>
                    <a:gd name="textAreaRight" fmla="*/ 52200 w 51840"/>
                    <a:gd name="textAreaTop" fmla="*/ 0 h 51840"/>
                    <a:gd name="textAreaBottom" fmla="*/ 52200 h 51840"/>
                  </a:gdLst>
                  <a:ahLst/>
                  <a:cxnLst/>
                  <a:rect l="textAreaLeft" t="textAreaTop" r="textAreaRight" b="textAreaBottom"/>
                  <a:pathLst>
                    <a:path w="100" h="100">
                      <a:moveTo>
                        <a:pt x="100" y="98"/>
                      </a:moveTo>
                      <a:cubicBezTo>
                        <a:pt x="86" y="53"/>
                        <a:pt x="47" y="14"/>
                        <a:pt x="2" y="0"/>
                      </a:cubicBezTo>
                      <a:cubicBezTo>
                        <a:pt x="0" y="46"/>
                        <a:pt x="54" y="100"/>
                        <a:pt x="100" y="9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6" name="Google Shape;216;p9"/>
                <p:cNvSpPr/>
                <p:nvPr/>
              </p:nvSpPr>
              <p:spPr>
                <a:xfrm>
                  <a:off x="8710920" y="5275440"/>
                  <a:ext cx="27000" cy="26640"/>
                </a:xfrm>
                <a:custGeom>
                  <a:avLst/>
                  <a:gdLst>
                    <a:gd name="textAreaLeft" fmla="*/ 0 w 27000"/>
                    <a:gd name="textAreaRight" fmla="*/ 27360 w 27000"/>
                    <a:gd name="textAreaTop" fmla="*/ 0 h 26640"/>
                    <a:gd name="textAreaBottom" fmla="*/ 27000 h 26640"/>
                  </a:gdLst>
                  <a:ahLst/>
                  <a:cxnLst/>
                  <a:rect l="textAreaLeft" t="textAreaTop" r="textAreaRight" b="textAreaBottom"/>
                  <a:pathLst>
                    <a:path w="53" h="51">
                      <a:moveTo>
                        <a:pt x="27" y="0"/>
                      </a:moveTo>
                      <a:cubicBezTo>
                        <a:pt x="21" y="0"/>
                        <a:pt x="14" y="3"/>
                        <a:pt x="10" y="7"/>
                      </a:cubicBezTo>
                      <a:cubicBezTo>
                        <a:pt x="0" y="17"/>
                        <a:pt x="0" y="32"/>
                        <a:pt x="10" y="41"/>
                      </a:cubicBezTo>
                      <a:cubicBezTo>
                        <a:pt x="19" y="51"/>
                        <a:pt x="34" y="51"/>
                        <a:pt x="44" y="41"/>
                      </a:cubicBezTo>
                      <a:cubicBezTo>
                        <a:pt x="53" y="32"/>
                        <a:pt x="53" y="17"/>
                        <a:pt x="44" y="7"/>
                      </a:cubicBezTo>
                      <a:cubicBezTo>
                        <a:pt x="39" y="3"/>
                        <a:pt x="33" y="0"/>
                        <a:pt x="27"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3320" bIns="133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7" name="Google Shape;217;p9"/>
                <p:cNvSpPr/>
                <p:nvPr/>
              </p:nvSpPr>
              <p:spPr>
                <a:xfrm>
                  <a:off x="8645400" y="5209200"/>
                  <a:ext cx="157680" cy="157680"/>
                </a:xfrm>
                <a:custGeom>
                  <a:avLst/>
                  <a:gdLst>
                    <a:gd name="textAreaLeft" fmla="*/ 0 w 157680"/>
                    <a:gd name="textAreaRight" fmla="*/ 158040 w 157680"/>
                    <a:gd name="textAreaTop" fmla="*/ 0 h 157680"/>
                    <a:gd name="textAreaBottom" fmla="*/ 158040 h 157680"/>
                  </a:gdLst>
                  <a:ahLst/>
                  <a:cxnLst/>
                  <a:rect l="textAreaLeft" t="textAreaTop" r="textAreaRight" b="textAreaBottom"/>
                  <a:pathLst>
                    <a:path w="303" h="303">
                      <a:moveTo>
                        <a:pt x="295" y="135"/>
                      </a:moveTo>
                      <a:cubicBezTo>
                        <a:pt x="265" y="135"/>
                        <a:pt x="233" y="120"/>
                        <a:pt x="208" y="95"/>
                      </a:cubicBezTo>
                      <a:cubicBezTo>
                        <a:pt x="192" y="79"/>
                        <a:pt x="180" y="61"/>
                        <a:pt x="174" y="41"/>
                      </a:cubicBezTo>
                      <a:cubicBezTo>
                        <a:pt x="169" y="27"/>
                        <a:pt x="168" y="14"/>
                        <a:pt x="169" y="1"/>
                      </a:cubicBezTo>
                      <a:cubicBezTo>
                        <a:pt x="158" y="0"/>
                        <a:pt x="146" y="0"/>
                        <a:pt x="135" y="1"/>
                      </a:cubicBezTo>
                      <a:cubicBezTo>
                        <a:pt x="140" y="52"/>
                        <a:pt x="93" y="114"/>
                        <a:pt x="41" y="129"/>
                      </a:cubicBezTo>
                      <a:cubicBezTo>
                        <a:pt x="28" y="134"/>
                        <a:pt x="15" y="135"/>
                        <a:pt x="1" y="134"/>
                      </a:cubicBezTo>
                      <a:cubicBezTo>
                        <a:pt x="0" y="146"/>
                        <a:pt x="0" y="157"/>
                        <a:pt x="1" y="168"/>
                      </a:cubicBezTo>
                      <a:cubicBezTo>
                        <a:pt x="68" y="161"/>
                        <a:pt x="142" y="235"/>
                        <a:pt x="135" y="302"/>
                      </a:cubicBezTo>
                      <a:cubicBezTo>
                        <a:pt x="146" y="303"/>
                        <a:pt x="157" y="303"/>
                        <a:pt x="169" y="302"/>
                      </a:cubicBezTo>
                      <a:cubicBezTo>
                        <a:pt x="166" y="270"/>
                        <a:pt x="180" y="235"/>
                        <a:pt x="208" y="207"/>
                      </a:cubicBezTo>
                      <a:cubicBezTo>
                        <a:pt x="224" y="191"/>
                        <a:pt x="242" y="180"/>
                        <a:pt x="262" y="173"/>
                      </a:cubicBezTo>
                      <a:cubicBezTo>
                        <a:pt x="275" y="169"/>
                        <a:pt x="289" y="167"/>
                        <a:pt x="302" y="168"/>
                      </a:cubicBezTo>
                      <a:cubicBezTo>
                        <a:pt x="303" y="157"/>
                        <a:pt x="303" y="146"/>
                        <a:pt x="302" y="134"/>
                      </a:cubicBezTo>
                      <a:cubicBezTo>
                        <a:pt x="300" y="134"/>
                        <a:pt x="297" y="135"/>
                        <a:pt x="295" y="135"/>
                      </a:cubicBezTo>
                      <a:close/>
                      <a:moveTo>
                        <a:pt x="190" y="190"/>
                      </a:moveTo>
                      <a:cubicBezTo>
                        <a:pt x="190" y="190"/>
                        <a:pt x="190" y="190"/>
                        <a:pt x="190" y="190"/>
                      </a:cubicBezTo>
                      <a:cubicBezTo>
                        <a:pt x="169" y="211"/>
                        <a:pt x="135" y="211"/>
                        <a:pt x="114" y="190"/>
                      </a:cubicBezTo>
                      <a:cubicBezTo>
                        <a:pt x="92" y="169"/>
                        <a:pt x="92" y="134"/>
                        <a:pt x="114" y="113"/>
                      </a:cubicBezTo>
                      <a:cubicBezTo>
                        <a:pt x="135" y="92"/>
                        <a:pt x="169" y="92"/>
                        <a:pt x="190" y="113"/>
                      </a:cubicBezTo>
                      <a:cubicBezTo>
                        <a:pt x="211" y="134"/>
                        <a:pt x="211" y="169"/>
                        <a:pt x="190" y="19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8" name="Google Shape;218;p9"/>
                <p:cNvSpPr/>
                <p:nvPr/>
              </p:nvSpPr>
              <p:spPr>
                <a:xfrm>
                  <a:off x="8591040" y="5153400"/>
                  <a:ext cx="268200" cy="268560"/>
                </a:xfrm>
                <a:custGeom>
                  <a:avLst/>
                  <a:gdLst>
                    <a:gd name="textAreaLeft" fmla="*/ 0 w 268200"/>
                    <a:gd name="textAreaRight" fmla="*/ 268560 w 268200"/>
                    <a:gd name="textAreaTop" fmla="*/ 0 h 268560"/>
                    <a:gd name="textAreaBottom" fmla="*/ 268920 h 268560"/>
                  </a:gdLst>
                  <a:ahLst/>
                  <a:cxnLst/>
                  <a:rect l="textAreaLeft" t="textAreaTop" r="textAreaRight" b="textAreaBottom"/>
                  <a:pathLst>
                    <a:path w="514" h="515">
                      <a:moveTo>
                        <a:pt x="507" y="209"/>
                      </a:moveTo>
                      <a:cubicBezTo>
                        <a:pt x="506" y="200"/>
                        <a:pt x="499" y="193"/>
                        <a:pt x="490" y="192"/>
                      </a:cubicBezTo>
                      <a:cubicBezTo>
                        <a:pt x="469" y="188"/>
                        <a:pt x="469" y="188"/>
                        <a:pt x="469" y="188"/>
                      </a:cubicBezTo>
                      <a:cubicBezTo>
                        <a:pt x="467" y="188"/>
                        <a:pt x="465" y="186"/>
                        <a:pt x="464" y="184"/>
                      </a:cubicBezTo>
                      <a:cubicBezTo>
                        <a:pt x="461" y="177"/>
                        <a:pt x="458" y="170"/>
                        <a:pt x="455" y="163"/>
                      </a:cubicBezTo>
                      <a:cubicBezTo>
                        <a:pt x="454" y="161"/>
                        <a:pt x="454" y="158"/>
                        <a:pt x="456" y="157"/>
                      </a:cubicBezTo>
                      <a:cubicBezTo>
                        <a:pt x="468" y="139"/>
                        <a:pt x="468" y="139"/>
                        <a:pt x="468" y="139"/>
                      </a:cubicBezTo>
                      <a:cubicBezTo>
                        <a:pt x="473" y="132"/>
                        <a:pt x="473" y="122"/>
                        <a:pt x="468" y="115"/>
                      </a:cubicBezTo>
                      <a:cubicBezTo>
                        <a:pt x="459" y="101"/>
                        <a:pt x="448" y="89"/>
                        <a:pt x="437" y="77"/>
                      </a:cubicBezTo>
                      <a:cubicBezTo>
                        <a:pt x="424" y="64"/>
                        <a:pt x="409" y="53"/>
                        <a:pt x="394" y="43"/>
                      </a:cubicBezTo>
                      <a:cubicBezTo>
                        <a:pt x="389" y="39"/>
                        <a:pt x="382" y="39"/>
                        <a:pt x="377" y="43"/>
                      </a:cubicBezTo>
                      <a:cubicBezTo>
                        <a:pt x="357" y="58"/>
                        <a:pt x="357" y="58"/>
                        <a:pt x="357" y="58"/>
                      </a:cubicBezTo>
                      <a:cubicBezTo>
                        <a:pt x="355" y="59"/>
                        <a:pt x="352" y="60"/>
                        <a:pt x="350" y="59"/>
                      </a:cubicBezTo>
                      <a:cubicBezTo>
                        <a:pt x="343" y="55"/>
                        <a:pt x="336" y="53"/>
                        <a:pt x="329" y="50"/>
                      </a:cubicBezTo>
                      <a:cubicBezTo>
                        <a:pt x="327" y="49"/>
                        <a:pt x="326" y="47"/>
                        <a:pt x="325" y="45"/>
                      </a:cubicBezTo>
                      <a:cubicBezTo>
                        <a:pt x="321" y="20"/>
                        <a:pt x="321" y="20"/>
                        <a:pt x="321" y="20"/>
                      </a:cubicBezTo>
                      <a:cubicBezTo>
                        <a:pt x="320" y="14"/>
                        <a:pt x="315" y="9"/>
                        <a:pt x="309" y="8"/>
                      </a:cubicBezTo>
                      <a:cubicBezTo>
                        <a:pt x="274" y="0"/>
                        <a:pt x="237" y="1"/>
                        <a:pt x="201" y="8"/>
                      </a:cubicBezTo>
                      <a:cubicBezTo>
                        <a:pt x="195" y="9"/>
                        <a:pt x="191" y="14"/>
                        <a:pt x="190" y="20"/>
                      </a:cubicBezTo>
                      <a:cubicBezTo>
                        <a:pt x="186" y="45"/>
                        <a:pt x="186" y="45"/>
                        <a:pt x="186" y="45"/>
                      </a:cubicBezTo>
                      <a:cubicBezTo>
                        <a:pt x="185" y="48"/>
                        <a:pt x="184" y="49"/>
                        <a:pt x="181" y="50"/>
                      </a:cubicBezTo>
                      <a:cubicBezTo>
                        <a:pt x="174" y="53"/>
                        <a:pt x="167" y="56"/>
                        <a:pt x="160" y="59"/>
                      </a:cubicBezTo>
                      <a:cubicBezTo>
                        <a:pt x="158" y="60"/>
                        <a:pt x="156" y="60"/>
                        <a:pt x="154" y="58"/>
                      </a:cubicBezTo>
                      <a:cubicBezTo>
                        <a:pt x="133" y="44"/>
                        <a:pt x="133" y="44"/>
                        <a:pt x="133" y="44"/>
                      </a:cubicBezTo>
                      <a:cubicBezTo>
                        <a:pt x="128" y="40"/>
                        <a:pt x="121" y="40"/>
                        <a:pt x="116" y="43"/>
                      </a:cubicBezTo>
                      <a:cubicBezTo>
                        <a:pt x="101" y="53"/>
                        <a:pt x="87" y="65"/>
                        <a:pt x="75" y="77"/>
                      </a:cubicBezTo>
                      <a:cubicBezTo>
                        <a:pt x="63" y="89"/>
                        <a:pt x="52" y="102"/>
                        <a:pt x="43" y="116"/>
                      </a:cubicBezTo>
                      <a:cubicBezTo>
                        <a:pt x="38" y="123"/>
                        <a:pt x="38" y="133"/>
                        <a:pt x="43" y="140"/>
                      </a:cubicBezTo>
                      <a:cubicBezTo>
                        <a:pt x="55" y="157"/>
                        <a:pt x="55" y="157"/>
                        <a:pt x="55" y="157"/>
                      </a:cubicBezTo>
                      <a:cubicBezTo>
                        <a:pt x="57" y="159"/>
                        <a:pt x="57" y="162"/>
                        <a:pt x="56" y="164"/>
                      </a:cubicBezTo>
                      <a:cubicBezTo>
                        <a:pt x="53" y="171"/>
                        <a:pt x="50" y="178"/>
                        <a:pt x="47" y="185"/>
                      </a:cubicBezTo>
                      <a:cubicBezTo>
                        <a:pt x="47" y="187"/>
                        <a:pt x="45" y="188"/>
                        <a:pt x="42" y="189"/>
                      </a:cubicBezTo>
                      <a:cubicBezTo>
                        <a:pt x="17" y="193"/>
                        <a:pt x="17" y="193"/>
                        <a:pt x="17" y="193"/>
                      </a:cubicBezTo>
                      <a:cubicBezTo>
                        <a:pt x="11" y="194"/>
                        <a:pt x="6" y="199"/>
                        <a:pt x="5" y="205"/>
                      </a:cubicBezTo>
                      <a:cubicBezTo>
                        <a:pt x="1" y="222"/>
                        <a:pt x="0" y="240"/>
                        <a:pt x="0" y="258"/>
                      </a:cubicBezTo>
                      <a:cubicBezTo>
                        <a:pt x="0" y="275"/>
                        <a:pt x="1" y="292"/>
                        <a:pt x="4" y="308"/>
                      </a:cubicBezTo>
                      <a:cubicBezTo>
                        <a:pt x="6" y="317"/>
                        <a:pt x="13" y="324"/>
                        <a:pt x="22" y="325"/>
                      </a:cubicBezTo>
                      <a:cubicBezTo>
                        <a:pt x="43" y="329"/>
                        <a:pt x="43" y="329"/>
                        <a:pt x="43" y="329"/>
                      </a:cubicBezTo>
                      <a:cubicBezTo>
                        <a:pt x="45" y="329"/>
                        <a:pt x="47" y="331"/>
                        <a:pt x="47" y="333"/>
                      </a:cubicBezTo>
                      <a:cubicBezTo>
                        <a:pt x="50" y="340"/>
                        <a:pt x="53" y="347"/>
                        <a:pt x="56" y="353"/>
                      </a:cubicBezTo>
                      <a:cubicBezTo>
                        <a:pt x="57" y="356"/>
                        <a:pt x="57" y="358"/>
                        <a:pt x="56" y="360"/>
                      </a:cubicBezTo>
                      <a:cubicBezTo>
                        <a:pt x="43" y="377"/>
                        <a:pt x="43" y="377"/>
                        <a:pt x="43" y="377"/>
                      </a:cubicBezTo>
                      <a:cubicBezTo>
                        <a:pt x="38" y="384"/>
                        <a:pt x="38" y="394"/>
                        <a:pt x="43" y="402"/>
                      </a:cubicBezTo>
                      <a:cubicBezTo>
                        <a:pt x="62" y="430"/>
                        <a:pt x="88" y="455"/>
                        <a:pt x="117" y="474"/>
                      </a:cubicBezTo>
                      <a:cubicBezTo>
                        <a:pt x="122" y="477"/>
                        <a:pt x="129" y="477"/>
                        <a:pt x="134" y="474"/>
                      </a:cubicBezTo>
                      <a:cubicBezTo>
                        <a:pt x="154" y="459"/>
                        <a:pt x="154" y="459"/>
                        <a:pt x="154" y="459"/>
                      </a:cubicBezTo>
                      <a:cubicBezTo>
                        <a:pt x="156" y="457"/>
                        <a:pt x="159" y="457"/>
                        <a:pt x="161" y="458"/>
                      </a:cubicBezTo>
                      <a:cubicBezTo>
                        <a:pt x="168" y="461"/>
                        <a:pt x="175" y="464"/>
                        <a:pt x="182" y="467"/>
                      </a:cubicBezTo>
                      <a:cubicBezTo>
                        <a:pt x="184" y="468"/>
                        <a:pt x="186" y="469"/>
                        <a:pt x="186" y="472"/>
                      </a:cubicBezTo>
                      <a:cubicBezTo>
                        <a:pt x="190" y="493"/>
                        <a:pt x="190" y="493"/>
                        <a:pt x="190" y="493"/>
                      </a:cubicBezTo>
                      <a:cubicBezTo>
                        <a:pt x="191" y="501"/>
                        <a:pt x="198" y="508"/>
                        <a:pt x="207" y="510"/>
                      </a:cubicBezTo>
                      <a:cubicBezTo>
                        <a:pt x="223" y="513"/>
                        <a:pt x="239" y="515"/>
                        <a:pt x="256" y="515"/>
                      </a:cubicBezTo>
                      <a:cubicBezTo>
                        <a:pt x="272" y="515"/>
                        <a:pt x="289" y="513"/>
                        <a:pt x="305" y="510"/>
                      </a:cubicBezTo>
                      <a:cubicBezTo>
                        <a:pt x="314" y="508"/>
                        <a:pt x="321" y="501"/>
                        <a:pt x="322" y="492"/>
                      </a:cubicBezTo>
                      <a:cubicBezTo>
                        <a:pt x="326" y="472"/>
                        <a:pt x="326" y="472"/>
                        <a:pt x="326" y="472"/>
                      </a:cubicBezTo>
                      <a:cubicBezTo>
                        <a:pt x="326" y="469"/>
                        <a:pt x="328" y="467"/>
                        <a:pt x="330" y="467"/>
                      </a:cubicBezTo>
                      <a:cubicBezTo>
                        <a:pt x="337" y="464"/>
                        <a:pt x="344" y="461"/>
                        <a:pt x="351" y="458"/>
                      </a:cubicBezTo>
                      <a:cubicBezTo>
                        <a:pt x="353" y="457"/>
                        <a:pt x="355" y="457"/>
                        <a:pt x="357" y="458"/>
                      </a:cubicBezTo>
                      <a:cubicBezTo>
                        <a:pt x="378" y="473"/>
                        <a:pt x="378" y="473"/>
                        <a:pt x="378" y="473"/>
                      </a:cubicBezTo>
                      <a:cubicBezTo>
                        <a:pt x="383" y="477"/>
                        <a:pt x="390" y="477"/>
                        <a:pt x="395" y="474"/>
                      </a:cubicBezTo>
                      <a:cubicBezTo>
                        <a:pt x="410" y="464"/>
                        <a:pt x="424" y="452"/>
                        <a:pt x="437" y="440"/>
                      </a:cubicBezTo>
                      <a:cubicBezTo>
                        <a:pt x="449" y="428"/>
                        <a:pt x="459" y="415"/>
                        <a:pt x="469" y="401"/>
                      </a:cubicBezTo>
                      <a:cubicBezTo>
                        <a:pt x="474" y="394"/>
                        <a:pt x="474" y="384"/>
                        <a:pt x="468" y="377"/>
                      </a:cubicBezTo>
                      <a:cubicBezTo>
                        <a:pt x="456" y="360"/>
                        <a:pt x="456" y="360"/>
                        <a:pt x="456" y="360"/>
                      </a:cubicBezTo>
                      <a:cubicBezTo>
                        <a:pt x="455" y="358"/>
                        <a:pt x="454" y="355"/>
                        <a:pt x="455" y="353"/>
                      </a:cubicBezTo>
                      <a:cubicBezTo>
                        <a:pt x="459" y="346"/>
                        <a:pt x="462" y="339"/>
                        <a:pt x="464" y="332"/>
                      </a:cubicBezTo>
                      <a:cubicBezTo>
                        <a:pt x="465" y="330"/>
                        <a:pt x="467" y="328"/>
                        <a:pt x="469" y="328"/>
                      </a:cubicBezTo>
                      <a:cubicBezTo>
                        <a:pt x="494" y="324"/>
                        <a:pt x="494" y="324"/>
                        <a:pt x="494" y="324"/>
                      </a:cubicBezTo>
                      <a:cubicBezTo>
                        <a:pt x="500" y="323"/>
                        <a:pt x="505" y="318"/>
                        <a:pt x="506" y="312"/>
                      </a:cubicBezTo>
                      <a:cubicBezTo>
                        <a:pt x="513" y="278"/>
                        <a:pt x="514" y="243"/>
                        <a:pt x="507" y="209"/>
                      </a:cubicBezTo>
                      <a:close/>
                      <a:moveTo>
                        <a:pt x="384" y="387"/>
                      </a:moveTo>
                      <a:cubicBezTo>
                        <a:pt x="339" y="431"/>
                        <a:pt x="279" y="448"/>
                        <a:pt x="220" y="436"/>
                      </a:cubicBezTo>
                      <a:cubicBezTo>
                        <a:pt x="219" y="436"/>
                        <a:pt x="218" y="436"/>
                        <a:pt x="217" y="436"/>
                      </a:cubicBezTo>
                      <a:cubicBezTo>
                        <a:pt x="217" y="436"/>
                        <a:pt x="217" y="436"/>
                        <a:pt x="217" y="436"/>
                      </a:cubicBezTo>
                      <a:cubicBezTo>
                        <a:pt x="151" y="423"/>
                        <a:pt x="91" y="363"/>
                        <a:pt x="79" y="297"/>
                      </a:cubicBezTo>
                      <a:cubicBezTo>
                        <a:pt x="79" y="297"/>
                        <a:pt x="79" y="297"/>
                        <a:pt x="79" y="297"/>
                      </a:cubicBezTo>
                      <a:cubicBezTo>
                        <a:pt x="78" y="296"/>
                        <a:pt x="78" y="295"/>
                        <a:pt x="78" y="294"/>
                      </a:cubicBezTo>
                      <a:cubicBezTo>
                        <a:pt x="73" y="271"/>
                        <a:pt x="73" y="246"/>
                        <a:pt x="78" y="222"/>
                      </a:cubicBezTo>
                      <a:cubicBezTo>
                        <a:pt x="78" y="221"/>
                        <a:pt x="78" y="220"/>
                        <a:pt x="79" y="219"/>
                      </a:cubicBezTo>
                      <a:cubicBezTo>
                        <a:pt x="79" y="219"/>
                        <a:pt x="79" y="219"/>
                        <a:pt x="79" y="219"/>
                      </a:cubicBezTo>
                      <a:cubicBezTo>
                        <a:pt x="108" y="81"/>
                        <a:pt x="283" y="29"/>
                        <a:pt x="384" y="130"/>
                      </a:cubicBezTo>
                      <a:cubicBezTo>
                        <a:pt x="409" y="155"/>
                        <a:pt x="425" y="186"/>
                        <a:pt x="433" y="219"/>
                      </a:cubicBezTo>
                      <a:cubicBezTo>
                        <a:pt x="433" y="219"/>
                        <a:pt x="433" y="219"/>
                        <a:pt x="433" y="219"/>
                      </a:cubicBezTo>
                      <a:cubicBezTo>
                        <a:pt x="433" y="221"/>
                        <a:pt x="433" y="222"/>
                        <a:pt x="433" y="223"/>
                      </a:cubicBezTo>
                      <a:cubicBezTo>
                        <a:pt x="445" y="280"/>
                        <a:pt x="428" y="342"/>
                        <a:pt x="384" y="3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699" name="Google Shape;219;p9"/>
              <p:cNvGrpSpPr/>
              <p:nvPr/>
            </p:nvGrpSpPr>
            <p:grpSpPr>
              <a:xfrm>
                <a:off x="7951680" y="4758120"/>
                <a:ext cx="399240" cy="412560"/>
                <a:chOff x="7951680" y="4758120"/>
                <a:chExt cx="399240" cy="412560"/>
              </a:xfrm>
            </p:grpSpPr>
            <p:sp>
              <p:nvSpPr>
                <p:cNvPr id="700" name="Google Shape;220;p9"/>
                <p:cNvSpPr/>
                <p:nvPr/>
              </p:nvSpPr>
              <p:spPr>
                <a:xfrm>
                  <a:off x="7951680" y="4758120"/>
                  <a:ext cx="399240" cy="261000"/>
                </a:xfrm>
                <a:custGeom>
                  <a:avLst/>
                  <a:gdLst>
                    <a:gd name="textAreaLeft" fmla="*/ 0 w 399240"/>
                    <a:gd name="textAreaRight" fmla="*/ 399600 w 399240"/>
                    <a:gd name="textAreaTop" fmla="*/ 0 h 261000"/>
                    <a:gd name="textAreaBottom" fmla="*/ 261360 h 261000"/>
                  </a:gdLst>
                  <a:ahLst/>
                  <a:cxnLst/>
                  <a:rect l="textAreaLeft" t="textAreaTop" r="textAreaRight" b="textAreaBottom"/>
                  <a:pathLst>
                    <a:path w="511" h="334">
                      <a:moveTo>
                        <a:pt x="470" y="187"/>
                      </a:moveTo>
                      <a:cubicBezTo>
                        <a:pt x="462" y="183"/>
                        <a:pt x="459" y="175"/>
                        <a:pt x="462" y="167"/>
                      </a:cubicBezTo>
                      <a:cubicBezTo>
                        <a:pt x="481" y="118"/>
                        <a:pt x="444" y="63"/>
                        <a:pt x="391" y="63"/>
                      </a:cubicBezTo>
                      <a:cubicBezTo>
                        <a:pt x="381" y="62"/>
                        <a:pt x="371" y="64"/>
                        <a:pt x="361" y="68"/>
                      </a:cubicBezTo>
                      <a:cubicBezTo>
                        <a:pt x="353" y="71"/>
                        <a:pt x="344" y="68"/>
                        <a:pt x="341" y="60"/>
                      </a:cubicBezTo>
                      <a:cubicBezTo>
                        <a:pt x="314" y="1"/>
                        <a:pt x="229" y="0"/>
                        <a:pt x="201" y="59"/>
                      </a:cubicBezTo>
                      <a:cubicBezTo>
                        <a:pt x="198" y="67"/>
                        <a:pt x="189" y="70"/>
                        <a:pt x="181" y="67"/>
                      </a:cubicBezTo>
                      <a:cubicBezTo>
                        <a:pt x="173" y="64"/>
                        <a:pt x="163" y="63"/>
                        <a:pt x="154" y="63"/>
                      </a:cubicBezTo>
                      <a:cubicBezTo>
                        <a:pt x="112" y="63"/>
                        <a:pt x="78" y="98"/>
                        <a:pt x="78" y="140"/>
                      </a:cubicBezTo>
                      <a:cubicBezTo>
                        <a:pt x="78" y="149"/>
                        <a:pt x="80" y="158"/>
                        <a:pt x="83" y="167"/>
                      </a:cubicBezTo>
                      <a:cubicBezTo>
                        <a:pt x="86" y="175"/>
                        <a:pt x="82" y="184"/>
                        <a:pt x="75" y="187"/>
                      </a:cubicBezTo>
                      <a:cubicBezTo>
                        <a:pt x="0" y="225"/>
                        <a:pt x="26" y="332"/>
                        <a:pt x="109" y="334"/>
                      </a:cubicBezTo>
                      <a:cubicBezTo>
                        <a:pt x="177" y="334"/>
                        <a:pt x="177" y="334"/>
                        <a:pt x="177" y="334"/>
                      </a:cubicBezTo>
                      <a:cubicBezTo>
                        <a:pt x="271" y="330"/>
                        <a:pt x="271" y="196"/>
                        <a:pt x="177" y="192"/>
                      </a:cubicBezTo>
                      <a:cubicBezTo>
                        <a:pt x="168" y="192"/>
                        <a:pt x="161" y="185"/>
                        <a:pt x="161" y="176"/>
                      </a:cubicBezTo>
                      <a:cubicBezTo>
                        <a:pt x="161" y="167"/>
                        <a:pt x="168" y="160"/>
                        <a:pt x="177" y="160"/>
                      </a:cubicBezTo>
                      <a:cubicBezTo>
                        <a:pt x="228" y="160"/>
                        <a:pt x="271" y="198"/>
                        <a:pt x="278" y="247"/>
                      </a:cubicBezTo>
                      <a:cubicBezTo>
                        <a:pt x="353" y="247"/>
                        <a:pt x="353" y="247"/>
                        <a:pt x="353" y="247"/>
                      </a:cubicBezTo>
                      <a:cubicBezTo>
                        <a:pt x="367" y="247"/>
                        <a:pt x="379" y="235"/>
                        <a:pt x="379" y="221"/>
                      </a:cubicBezTo>
                      <a:cubicBezTo>
                        <a:pt x="379" y="207"/>
                        <a:pt x="367" y="195"/>
                        <a:pt x="353" y="195"/>
                      </a:cubicBezTo>
                      <a:cubicBezTo>
                        <a:pt x="332" y="194"/>
                        <a:pt x="332" y="164"/>
                        <a:pt x="353" y="163"/>
                      </a:cubicBezTo>
                      <a:cubicBezTo>
                        <a:pt x="430" y="166"/>
                        <a:pt x="430" y="276"/>
                        <a:pt x="353" y="279"/>
                      </a:cubicBezTo>
                      <a:cubicBezTo>
                        <a:pt x="278" y="279"/>
                        <a:pt x="278" y="279"/>
                        <a:pt x="278" y="279"/>
                      </a:cubicBezTo>
                      <a:cubicBezTo>
                        <a:pt x="275" y="300"/>
                        <a:pt x="265" y="319"/>
                        <a:pt x="251" y="334"/>
                      </a:cubicBezTo>
                      <a:cubicBezTo>
                        <a:pt x="257" y="334"/>
                        <a:pt x="257" y="334"/>
                        <a:pt x="257" y="334"/>
                      </a:cubicBezTo>
                      <a:cubicBezTo>
                        <a:pt x="258" y="334"/>
                        <a:pt x="258" y="334"/>
                        <a:pt x="259" y="334"/>
                      </a:cubicBezTo>
                      <a:cubicBezTo>
                        <a:pt x="432" y="334"/>
                        <a:pt x="432" y="334"/>
                        <a:pt x="432" y="334"/>
                      </a:cubicBezTo>
                      <a:cubicBezTo>
                        <a:pt x="453" y="334"/>
                        <a:pt x="473" y="326"/>
                        <a:pt x="488" y="311"/>
                      </a:cubicBezTo>
                      <a:cubicBezTo>
                        <a:pt x="503" y="296"/>
                        <a:pt x="511" y="276"/>
                        <a:pt x="511" y="255"/>
                      </a:cubicBezTo>
                      <a:cubicBezTo>
                        <a:pt x="511" y="226"/>
                        <a:pt x="495" y="200"/>
                        <a:pt x="470" y="1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1" name="Google Shape;221;p9"/>
                <p:cNvSpPr/>
                <p:nvPr/>
              </p:nvSpPr>
              <p:spPr>
                <a:xfrm>
                  <a:off x="8230680" y="5118840"/>
                  <a:ext cx="49680" cy="51840"/>
                </a:xfrm>
                <a:custGeom>
                  <a:avLst/>
                  <a:gdLst>
                    <a:gd name="textAreaLeft" fmla="*/ 0 w 49680"/>
                    <a:gd name="textAreaRight" fmla="*/ 50040 w 49680"/>
                    <a:gd name="textAreaTop" fmla="*/ 0 h 51840"/>
                    <a:gd name="textAreaBottom" fmla="*/ 52200 h 51840"/>
                  </a:gdLst>
                  <a:ahLst/>
                  <a:cxnLst/>
                  <a:rect l="textAreaLeft" t="textAreaTop" r="textAreaRight" b="textAreaBottom"/>
                  <a:pathLst>
                    <a:path w="64" h="67">
                      <a:moveTo>
                        <a:pt x="63" y="0"/>
                      </a:moveTo>
                      <a:cubicBezTo>
                        <a:pt x="0" y="0"/>
                        <a:pt x="0" y="0"/>
                        <a:pt x="0" y="0"/>
                      </a:cubicBezTo>
                      <a:cubicBezTo>
                        <a:pt x="0" y="35"/>
                        <a:pt x="0" y="35"/>
                        <a:pt x="0" y="35"/>
                      </a:cubicBezTo>
                      <a:cubicBezTo>
                        <a:pt x="0" y="52"/>
                        <a:pt x="14" y="67"/>
                        <a:pt x="32" y="67"/>
                      </a:cubicBezTo>
                      <a:cubicBezTo>
                        <a:pt x="57" y="67"/>
                        <a:pt x="57" y="67"/>
                        <a:pt x="57" y="67"/>
                      </a:cubicBezTo>
                      <a:cubicBezTo>
                        <a:pt x="61" y="67"/>
                        <a:pt x="64" y="63"/>
                        <a:pt x="64" y="59"/>
                      </a:cubicBezTo>
                      <a:cubicBezTo>
                        <a:pt x="64" y="0"/>
                        <a:pt x="64" y="0"/>
                        <a:pt x="64" y="0"/>
                      </a:cubicBezTo>
                      <a:cubicBezTo>
                        <a:pt x="64" y="0"/>
                        <a:pt x="64" y="0"/>
                        <a:pt x="6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5920" bIns="259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2" name="Google Shape;222;p9"/>
                <p:cNvSpPr/>
                <p:nvPr/>
              </p:nvSpPr>
              <p:spPr>
                <a:xfrm>
                  <a:off x="8167320" y="5038920"/>
                  <a:ext cx="152280" cy="54720"/>
                </a:xfrm>
                <a:custGeom>
                  <a:avLst/>
                  <a:gdLst>
                    <a:gd name="textAreaLeft" fmla="*/ 0 w 152280"/>
                    <a:gd name="textAreaRight" fmla="*/ 152640 w 152280"/>
                    <a:gd name="textAreaTop" fmla="*/ 0 h 54720"/>
                    <a:gd name="textAreaBottom" fmla="*/ 55080 h 54720"/>
                  </a:gdLst>
                  <a:ahLst/>
                  <a:cxnLst/>
                  <a:rect l="textAreaLeft" t="textAreaTop" r="textAreaRight" b="textAreaBottom"/>
                  <a:pathLst>
                    <a:path w="195" h="70">
                      <a:moveTo>
                        <a:pt x="195" y="19"/>
                      </a:moveTo>
                      <a:cubicBezTo>
                        <a:pt x="195" y="0"/>
                        <a:pt x="195" y="0"/>
                        <a:pt x="195" y="0"/>
                      </a:cubicBezTo>
                      <a:cubicBezTo>
                        <a:pt x="183" y="5"/>
                        <a:pt x="170" y="7"/>
                        <a:pt x="156" y="7"/>
                      </a:cubicBezTo>
                      <a:cubicBezTo>
                        <a:pt x="0" y="7"/>
                        <a:pt x="0" y="7"/>
                        <a:pt x="0" y="7"/>
                      </a:cubicBezTo>
                      <a:cubicBezTo>
                        <a:pt x="7" y="43"/>
                        <a:pt x="39" y="70"/>
                        <a:pt x="77" y="70"/>
                      </a:cubicBezTo>
                      <a:cubicBezTo>
                        <a:pt x="144" y="70"/>
                        <a:pt x="144" y="70"/>
                        <a:pt x="144" y="70"/>
                      </a:cubicBezTo>
                      <a:cubicBezTo>
                        <a:pt x="172" y="70"/>
                        <a:pt x="195" y="47"/>
                        <a:pt x="195" y="1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7360" bIns="2736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nvGrpSpPr>
            <p:cNvPr id="703" name="Google Shape;223;p9"/>
            <p:cNvGrpSpPr/>
            <p:nvPr/>
          </p:nvGrpSpPr>
          <p:grpSpPr>
            <a:xfrm>
              <a:off x="-440640" y="-271440"/>
              <a:ext cx="2007000" cy="1963080"/>
              <a:chOff x="-440640" y="-271440"/>
              <a:chExt cx="2007000" cy="1963080"/>
            </a:xfrm>
          </p:grpSpPr>
          <p:pic>
            <p:nvPicPr>
              <p:cNvPr id="704" name="Google Shape;224;p9"/>
              <p:cNvPicPr/>
              <p:nvPr/>
            </p:nvPicPr>
            <p:blipFill>
              <a:blip r:embed="rId4">
                <a:alphaModFix amt="50000"/>
              </a:blip>
              <a:stretch/>
            </p:blipFill>
            <p:spPr>
              <a:xfrm>
                <a:off x="-440640" y="-271440"/>
                <a:ext cx="2007000" cy="1963080"/>
              </a:xfrm>
              <a:prstGeom prst="rect">
                <a:avLst/>
              </a:prstGeom>
              <a:noFill/>
              <a:ln w="0">
                <a:noFill/>
              </a:ln>
            </p:spPr>
          </p:pic>
          <p:grpSp>
            <p:nvGrpSpPr>
              <p:cNvPr id="705" name="Google Shape;225;p9"/>
              <p:cNvGrpSpPr/>
              <p:nvPr/>
            </p:nvGrpSpPr>
            <p:grpSpPr>
              <a:xfrm>
                <a:off x="-183240" y="109440"/>
                <a:ext cx="344520" cy="317160"/>
                <a:chOff x="-183240" y="109440"/>
                <a:chExt cx="344520" cy="317160"/>
              </a:xfrm>
            </p:grpSpPr>
            <p:sp>
              <p:nvSpPr>
                <p:cNvPr id="706" name="Google Shape;226;p9"/>
                <p:cNvSpPr/>
                <p:nvPr/>
              </p:nvSpPr>
              <p:spPr>
                <a:xfrm>
                  <a:off x="-68400" y="163440"/>
                  <a:ext cx="148320" cy="149040"/>
                </a:xfrm>
                <a:custGeom>
                  <a:avLst/>
                  <a:gdLst>
                    <a:gd name="textAreaLeft" fmla="*/ 0 w 148320"/>
                    <a:gd name="textAreaRight" fmla="*/ 148680 w 148320"/>
                    <a:gd name="textAreaTop" fmla="*/ 0 h 149040"/>
                    <a:gd name="textAreaBottom" fmla="*/ 149400 h 149040"/>
                  </a:gdLst>
                  <a:ahLst/>
                  <a:cxnLst/>
                  <a:rect l="textAreaLeft" t="textAreaTop" r="textAreaRight" b="textAreaBottom"/>
                  <a:pathLst>
                    <a:path w="251" h="252">
                      <a:moveTo>
                        <a:pt x="197" y="142"/>
                      </a:moveTo>
                      <a:cubicBezTo>
                        <a:pt x="176" y="141"/>
                        <a:pt x="176" y="110"/>
                        <a:pt x="197" y="110"/>
                      </a:cubicBezTo>
                      <a:cubicBezTo>
                        <a:pt x="251" y="109"/>
                        <a:pt x="251" y="109"/>
                        <a:pt x="251" y="109"/>
                      </a:cubicBezTo>
                      <a:cubicBezTo>
                        <a:pt x="245" y="55"/>
                        <a:pt x="197" y="6"/>
                        <a:pt x="142" y="0"/>
                      </a:cubicBezTo>
                      <a:cubicBezTo>
                        <a:pt x="141" y="54"/>
                        <a:pt x="141" y="54"/>
                        <a:pt x="141" y="54"/>
                      </a:cubicBezTo>
                      <a:cubicBezTo>
                        <a:pt x="141" y="63"/>
                        <a:pt x="134" y="70"/>
                        <a:pt x="125" y="70"/>
                      </a:cubicBezTo>
                      <a:cubicBezTo>
                        <a:pt x="125" y="70"/>
                        <a:pt x="125" y="70"/>
                        <a:pt x="125" y="70"/>
                      </a:cubicBezTo>
                      <a:cubicBezTo>
                        <a:pt x="116" y="70"/>
                        <a:pt x="109" y="63"/>
                        <a:pt x="109" y="54"/>
                      </a:cubicBezTo>
                      <a:cubicBezTo>
                        <a:pt x="109" y="0"/>
                        <a:pt x="109" y="0"/>
                        <a:pt x="109" y="0"/>
                      </a:cubicBezTo>
                      <a:cubicBezTo>
                        <a:pt x="53" y="6"/>
                        <a:pt x="5" y="55"/>
                        <a:pt x="0" y="110"/>
                      </a:cubicBezTo>
                      <a:cubicBezTo>
                        <a:pt x="53" y="110"/>
                        <a:pt x="53" y="110"/>
                        <a:pt x="53" y="110"/>
                      </a:cubicBezTo>
                      <a:cubicBezTo>
                        <a:pt x="53" y="110"/>
                        <a:pt x="53" y="110"/>
                        <a:pt x="53" y="110"/>
                      </a:cubicBezTo>
                      <a:cubicBezTo>
                        <a:pt x="74" y="111"/>
                        <a:pt x="74" y="141"/>
                        <a:pt x="53" y="142"/>
                      </a:cubicBezTo>
                      <a:cubicBezTo>
                        <a:pt x="0" y="142"/>
                        <a:pt x="0" y="142"/>
                        <a:pt x="0" y="142"/>
                      </a:cubicBezTo>
                      <a:cubicBezTo>
                        <a:pt x="5" y="197"/>
                        <a:pt x="53" y="246"/>
                        <a:pt x="109" y="252"/>
                      </a:cubicBezTo>
                      <a:cubicBezTo>
                        <a:pt x="109" y="198"/>
                        <a:pt x="109" y="198"/>
                        <a:pt x="109" y="198"/>
                      </a:cubicBezTo>
                      <a:cubicBezTo>
                        <a:pt x="109" y="189"/>
                        <a:pt x="116" y="182"/>
                        <a:pt x="125" y="182"/>
                      </a:cubicBezTo>
                      <a:cubicBezTo>
                        <a:pt x="125" y="182"/>
                        <a:pt x="125" y="182"/>
                        <a:pt x="125" y="182"/>
                      </a:cubicBezTo>
                      <a:cubicBezTo>
                        <a:pt x="134" y="182"/>
                        <a:pt x="141" y="189"/>
                        <a:pt x="141" y="198"/>
                      </a:cubicBezTo>
                      <a:cubicBezTo>
                        <a:pt x="141" y="252"/>
                        <a:pt x="141" y="252"/>
                        <a:pt x="141" y="252"/>
                      </a:cubicBezTo>
                      <a:cubicBezTo>
                        <a:pt x="197" y="246"/>
                        <a:pt x="245" y="197"/>
                        <a:pt x="251" y="142"/>
                      </a:cubicBezTo>
                      <a:cubicBezTo>
                        <a:pt x="197" y="142"/>
                        <a:pt x="197" y="142"/>
                        <a:pt x="197" y="142"/>
                      </a:cubicBezTo>
                      <a:cubicBezTo>
                        <a:pt x="197" y="142"/>
                        <a:pt x="197" y="142"/>
                        <a:pt x="197" y="142"/>
                      </a:cubicBezTo>
                      <a:close/>
                      <a:moveTo>
                        <a:pt x="125" y="142"/>
                      </a:moveTo>
                      <a:cubicBezTo>
                        <a:pt x="104" y="141"/>
                        <a:pt x="104" y="111"/>
                        <a:pt x="125" y="110"/>
                      </a:cubicBezTo>
                      <a:cubicBezTo>
                        <a:pt x="147" y="110"/>
                        <a:pt x="147" y="141"/>
                        <a:pt x="125" y="14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7" name="Google Shape;227;p9"/>
                <p:cNvSpPr/>
                <p:nvPr/>
              </p:nvSpPr>
              <p:spPr>
                <a:xfrm>
                  <a:off x="-183240" y="348120"/>
                  <a:ext cx="77760" cy="78480"/>
                </a:xfrm>
                <a:custGeom>
                  <a:avLst/>
                  <a:gdLst>
                    <a:gd name="textAreaLeft" fmla="*/ 0 w 77760"/>
                    <a:gd name="textAreaRight" fmla="*/ 78120 w 77760"/>
                    <a:gd name="textAreaTop" fmla="*/ 0 h 78480"/>
                    <a:gd name="textAreaBottom" fmla="*/ 78840 h 78480"/>
                  </a:gdLst>
                  <a:ahLst/>
                  <a:cxnLst/>
                  <a:rect l="textAreaLeft" t="textAreaTop" r="textAreaRight" b="textAreaBottom"/>
                  <a:pathLst>
                    <a:path w="132" h="133">
                      <a:moveTo>
                        <a:pt x="75" y="0"/>
                      </a:moveTo>
                      <a:cubicBezTo>
                        <a:pt x="15" y="60"/>
                        <a:pt x="15" y="60"/>
                        <a:pt x="15" y="60"/>
                      </a:cubicBezTo>
                      <a:cubicBezTo>
                        <a:pt x="0" y="76"/>
                        <a:pt x="0" y="101"/>
                        <a:pt x="15" y="117"/>
                      </a:cubicBezTo>
                      <a:cubicBezTo>
                        <a:pt x="31" y="133"/>
                        <a:pt x="56" y="133"/>
                        <a:pt x="72" y="117"/>
                      </a:cubicBezTo>
                      <a:cubicBezTo>
                        <a:pt x="132" y="57"/>
                        <a:pt x="132" y="57"/>
                        <a:pt x="132" y="57"/>
                      </a:cubicBezTo>
                      <a:cubicBezTo>
                        <a:pt x="132" y="57"/>
                        <a:pt x="132" y="57"/>
                        <a:pt x="132" y="57"/>
                      </a:cubicBezTo>
                      <a:lnTo>
                        <a:pt x="75" y="0"/>
                      </a:ln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39240" bIns="3924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8" name="Google Shape;228;p9"/>
                <p:cNvSpPr/>
                <p:nvPr/>
              </p:nvSpPr>
              <p:spPr>
                <a:xfrm>
                  <a:off x="-149760" y="109440"/>
                  <a:ext cx="311040" cy="245520"/>
                </a:xfrm>
                <a:custGeom>
                  <a:avLst/>
                  <a:gdLst>
                    <a:gd name="textAreaLeft" fmla="*/ 0 w 311040"/>
                    <a:gd name="textAreaRight" fmla="*/ 311400 w 311040"/>
                    <a:gd name="textAreaTop" fmla="*/ 0 h 245520"/>
                    <a:gd name="textAreaBottom" fmla="*/ 245880 h 245520"/>
                  </a:gdLst>
                  <a:ahLst/>
                  <a:cxnLst/>
                  <a:rect l="textAreaLeft" t="textAreaTop" r="textAreaRight" b="textAreaBottom"/>
                  <a:pathLst>
                    <a:path w="526" h="415">
                      <a:moveTo>
                        <a:pt x="402" y="77"/>
                      </a:moveTo>
                      <a:cubicBezTo>
                        <a:pt x="329" y="1"/>
                        <a:pt x="197" y="0"/>
                        <a:pt x="124" y="77"/>
                      </a:cubicBezTo>
                      <a:cubicBezTo>
                        <a:pt x="0" y="200"/>
                        <a:pt x="89" y="415"/>
                        <a:pt x="263" y="414"/>
                      </a:cubicBezTo>
                      <a:cubicBezTo>
                        <a:pt x="437" y="415"/>
                        <a:pt x="526" y="200"/>
                        <a:pt x="402" y="77"/>
                      </a:cubicBezTo>
                      <a:close/>
                      <a:moveTo>
                        <a:pt x="376" y="329"/>
                      </a:moveTo>
                      <a:cubicBezTo>
                        <a:pt x="312" y="393"/>
                        <a:pt x="211" y="390"/>
                        <a:pt x="151" y="329"/>
                      </a:cubicBezTo>
                      <a:cubicBezTo>
                        <a:pt x="120" y="299"/>
                        <a:pt x="105" y="259"/>
                        <a:pt x="104" y="219"/>
                      </a:cubicBezTo>
                      <a:cubicBezTo>
                        <a:pt x="104" y="218"/>
                        <a:pt x="104" y="218"/>
                        <a:pt x="104" y="217"/>
                      </a:cubicBezTo>
                      <a:cubicBezTo>
                        <a:pt x="104" y="216"/>
                        <a:pt x="104" y="216"/>
                        <a:pt x="104" y="215"/>
                      </a:cubicBezTo>
                      <a:cubicBezTo>
                        <a:pt x="103" y="131"/>
                        <a:pt x="177" y="56"/>
                        <a:pt x="263" y="57"/>
                      </a:cubicBezTo>
                      <a:cubicBezTo>
                        <a:pt x="409" y="60"/>
                        <a:pt x="473" y="231"/>
                        <a:pt x="376" y="329"/>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9" name="Google Shape;229;p9"/>
                <p:cNvSpPr/>
                <p:nvPr/>
              </p:nvSpPr>
              <p:spPr>
                <a:xfrm>
                  <a:off x="-125280" y="315360"/>
                  <a:ext cx="52560" cy="52560"/>
                </a:xfrm>
                <a:custGeom>
                  <a:avLst/>
                  <a:gdLst>
                    <a:gd name="textAreaLeft" fmla="*/ 0 w 52560"/>
                    <a:gd name="textAreaRight" fmla="*/ 52920 w 52560"/>
                    <a:gd name="textAreaTop" fmla="*/ 0 h 52560"/>
                    <a:gd name="textAreaBottom" fmla="*/ 52920 h 52560"/>
                  </a:gdLst>
                  <a:ahLst/>
                  <a:cxnLst/>
                  <a:rect l="textAreaLeft" t="textAreaTop" r="textAreaRight" b="textAreaBottom"/>
                  <a:pathLst>
                    <a:path w="89" h="89">
                      <a:moveTo>
                        <a:pt x="33" y="0"/>
                      </a:moveTo>
                      <a:cubicBezTo>
                        <a:pt x="0" y="32"/>
                        <a:pt x="0" y="32"/>
                        <a:pt x="0" y="32"/>
                      </a:cubicBezTo>
                      <a:cubicBezTo>
                        <a:pt x="57" y="89"/>
                        <a:pt x="57" y="89"/>
                        <a:pt x="57" y="89"/>
                      </a:cubicBezTo>
                      <a:cubicBezTo>
                        <a:pt x="89" y="57"/>
                        <a:pt x="89" y="57"/>
                        <a:pt x="89" y="57"/>
                      </a:cubicBezTo>
                      <a:cubicBezTo>
                        <a:pt x="67" y="41"/>
                        <a:pt x="48" y="22"/>
                        <a:pt x="3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26280" bIns="2628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10" name="Google Shape;230;p9"/>
              <p:cNvGrpSpPr/>
              <p:nvPr/>
            </p:nvGrpSpPr>
            <p:grpSpPr>
              <a:xfrm>
                <a:off x="454680" y="110880"/>
                <a:ext cx="314280" cy="314640"/>
                <a:chOff x="454680" y="110880"/>
                <a:chExt cx="314280" cy="314640"/>
              </a:xfrm>
            </p:grpSpPr>
            <p:sp>
              <p:nvSpPr>
                <p:cNvPr id="711" name="Google Shape;231;p9"/>
                <p:cNvSpPr/>
                <p:nvPr/>
              </p:nvSpPr>
              <p:spPr>
                <a:xfrm>
                  <a:off x="493920" y="140760"/>
                  <a:ext cx="185760" cy="186480"/>
                </a:xfrm>
                <a:custGeom>
                  <a:avLst/>
                  <a:gdLst>
                    <a:gd name="textAreaLeft" fmla="*/ 0 w 185760"/>
                    <a:gd name="textAreaRight" fmla="*/ 186120 w 185760"/>
                    <a:gd name="textAreaTop" fmla="*/ 0 h 186480"/>
                    <a:gd name="textAreaBottom" fmla="*/ 186840 h 186480"/>
                  </a:gdLst>
                  <a:ahLst/>
                  <a:cxnLst/>
                  <a:rect l="textAreaLeft" t="textAreaTop" r="textAreaRight" b="textAreaBottom"/>
                  <a:pathLst>
                    <a:path w="306" h="307">
                      <a:moveTo>
                        <a:pt x="23" y="169"/>
                      </a:moveTo>
                      <a:cubicBezTo>
                        <a:pt x="0" y="169"/>
                        <a:pt x="0" y="169"/>
                        <a:pt x="0" y="169"/>
                      </a:cubicBezTo>
                      <a:cubicBezTo>
                        <a:pt x="7" y="242"/>
                        <a:pt x="65" y="299"/>
                        <a:pt x="137" y="307"/>
                      </a:cubicBezTo>
                      <a:cubicBezTo>
                        <a:pt x="137" y="284"/>
                        <a:pt x="137" y="284"/>
                        <a:pt x="137" y="284"/>
                      </a:cubicBezTo>
                      <a:cubicBezTo>
                        <a:pt x="138" y="263"/>
                        <a:pt x="168" y="263"/>
                        <a:pt x="168" y="284"/>
                      </a:cubicBezTo>
                      <a:cubicBezTo>
                        <a:pt x="168" y="307"/>
                        <a:pt x="168" y="307"/>
                        <a:pt x="168" y="307"/>
                      </a:cubicBezTo>
                      <a:cubicBezTo>
                        <a:pt x="241" y="299"/>
                        <a:pt x="299" y="242"/>
                        <a:pt x="306" y="169"/>
                      </a:cubicBezTo>
                      <a:cubicBezTo>
                        <a:pt x="283" y="169"/>
                        <a:pt x="283" y="169"/>
                        <a:pt x="283" y="169"/>
                      </a:cubicBezTo>
                      <a:cubicBezTo>
                        <a:pt x="262" y="168"/>
                        <a:pt x="262" y="139"/>
                        <a:pt x="283" y="138"/>
                      </a:cubicBezTo>
                      <a:cubicBezTo>
                        <a:pt x="306" y="138"/>
                        <a:pt x="306" y="138"/>
                        <a:pt x="306" y="138"/>
                      </a:cubicBezTo>
                      <a:cubicBezTo>
                        <a:pt x="299" y="65"/>
                        <a:pt x="241" y="8"/>
                        <a:pt x="168" y="0"/>
                      </a:cubicBezTo>
                      <a:cubicBezTo>
                        <a:pt x="168" y="24"/>
                        <a:pt x="168" y="24"/>
                        <a:pt x="168" y="24"/>
                      </a:cubicBezTo>
                      <a:cubicBezTo>
                        <a:pt x="167" y="44"/>
                        <a:pt x="138" y="44"/>
                        <a:pt x="137" y="24"/>
                      </a:cubicBezTo>
                      <a:cubicBezTo>
                        <a:pt x="137" y="0"/>
                        <a:pt x="137" y="0"/>
                        <a:pt x="137" y="0"/>
                      </a:cubicBezTo>
                      <a:cubicBezTo>
                        <a:pt x="65" y="8"/>
                        <a:pt x="7" y="65"/>
                        <a:pt x="0" y="138"/>
                      </a:cubicBezTo>
                      <a:cubicBezTo>
                        <a:pt x="23" y="138"/>
                        <a:pt x="23" y="138"/>
                        <a:pt x="23" y="138"/>
                      </a:cubicBezTo>
                      <a:cubicBezTo>
                        <a:pt x="43" y="139"/>
                        <a:pt x="43" y="168"/>
                        <a:pt x="23" y="169"/>
                      </a:cubicBezTo>
                      <a:close/>
                      <a:moveTo>
                        <a:pt x="103" y="138"/>
                      </a:moveTo>
                      <a:cubicBezTo>
                        <a:pt x="109" y="138"/>
                        <a:pt x="109" y="138"/>
                        <a:pt x="109" y="138"/>
                      </a:cubicBezTo>
                      <a:cubicBezTo>
                        <a:pt x="116" y="107"/>
                        <a:pt x="144" y="84"/>
                        <a:pt x="177" y="84"/>
                      </a:cubicBezTo>
                      <a:cubicBezTo>
                        <a:pt x="186" y="84"/>
                        <a:pt x="193" y="91"/>
                        <a:pt x="193" y="99"/>
                      </a:cubicBezTo>
                      <a:cubicBezTo>
                        <a:pt x="193" y="108"/>
                        <a:pt x="186" y="115"/>
                        <a:pt x="177" y="115"/>
                      </a:cubicBezTo>
                      <a:cubicBezTo>
                        <a:pt x="161" y="115"/>
                        <a:pt x="147" y="124"/>
                        <a:pt x="141" y="138"/>
                      </a:cubicBezTo>
                      <a:cubicBezTo>
                        <a:pt x="177" y="138"/>
                        <a:pt x="177" y="138"/>
                        <a:pt x="177" y="138"/>
                      </a:cubicBezTo>
                      <a:cubicBezTo>
                        <a:pt x="198" y="139"/>
                        <a:pt x="198" y="169"/>
                        <a:pt x="177" y="170"/>
                      </a:cubicBezTo>
                      <a:cubicBezTo>
                        <a:pt x="141" y="170"/>
                        <a:pt x="141" y="170"/>
                        <a:pt x="141" y="170"/>
                      </a:cubicBezTo>
                      <a:cubicBezTo>
                        <a:pt x="147" y="183"/>
                        <a:pt x="161" y="193"/>
                        <a:pt x="177" y="193"/>
                      </a:cubicBezTo>
                      <a:cubicBezTo>
                        <a:pt x="186" y="193"/>
                        <a:pt x="193" y="200"/>
                        <a:pt x="193" y="209"/>
                      </a:cubicBezTo>
                      <a:cubicBezTo>
                        <a:pt x="193" y="217"/>
                        <a:pt x="186" y="224"/>
                        <a:pt x="177" y="224"/>
                      </a:cubicBezTo>
                      <a:cubicBezTo>
                        <a:pt x="144" y="224"/>
                        <a:pt x="116" y="201"/>
                        <a:pt x="109" y="170"/>
                      </a:cubicBezTo>
                      <a:cubicBezTo>
                        <a:pt x="103" y="170"/>
                        <a:pt x="103" y="170"/>
                        <a:pt x="103" y="170"/>
                      </a:cubicBezTo>
                      <a:cubicBezTo>
                        <a:pt x="82" y="169"/>
                        <a:pt x="82" y="139"/>
                        <a:pt x="103" y="13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2" name="Google Shape;232;p9"/>
                <p:cNvSpPr/>
                <p:nvPr/>
              </p:nvSpPr>
              <p:spPr>
                <a:xfrm>
                  <a:off x="454680" y="110880"/>
                  <a:ext cx="314280" cy="314640"/>
                </a:xfrm>
                <a:custGeom>
                  <a:avLst/>
                  <a:gdLst>
                    <a:gd name="textAreaLeft" fmla="*/ 0 w 314280"/>
                    <a:gd name="textAreaRight" fmla="*/ 314640 w 314280"/>
                    <a:gd name="textAreaTop" fmla="*/ 0 h 314640"/>
                    <a:gd name="textAreaBottom" fmla="*/ 315000 h 314640"/>
                  </a:gdLst>
                  <a:ahLst/>
                  <a:cxnLst/>
                  <a:rect l="textAreaLeft" t="textAreaTop" r="textAreaRight" b="textAreaBottom"/>
                  <a:pathLst>
                    <a:path w="517" h="517">
                      <a:moveTo>
                        <a:pt x="497" y="487"/>
                      </a:moveTo>
                      <a:cubicBezTo>
                        <a:pt x="30" y="487"/>
                        <a:pt x="30" y="487"/>
                        <a:pt x="30" y="487"/>
                      </a:cubicBezTo>
                      <a:cubicBezTo>
                        <a:pt x="30" y="453"/>
                        <a:pt x="30" y="453"/>
                        <a:pt x="30" y="453"/>
                      </a:cubicBezTo>
                      <a:cubicBezTo>
                        <a:pt x="208" y="453"/>
                        <a:pt x="208" y="453"/>
                        <a:pt x="208" y="453"/>
                      </a:cubicBezTo>
                      <a:cubicBezTo>
                        <a:pt x="350" y="453"/>
                        <a:pt x="468" y="342"/>
                        <a:pt x="475" y="200"/>
                      </a:cubicBezTo>
                      <a:cubicBezTo>
                        <a:pt x="479" y="129"/>
                        <a:pt x="479" y="129"/>
                        <a:pt x="479" y="129"/>
                      </a:cubicBezTo>
                      <a:cubicBezTo>
                        <a:pt x="485" y="136"/>
                        <a:pt x="485" y="136"/>
                        <a:pt x="485" y="136"/>
                      </a:cubicBezTo>
                      <a:cubicBezTo>
                        <a:pt x="488" y="140"/>
                        <a:pt x="492" y="141"/>
                        <a:pt x="497" y="141"/>
                      </a:cubicBezTo>
                      <a:cubicBezTo>
                        <a:pt x="500" y="141"/>
                        <a:pt x="504" y="140"/>
                        <a:pt x="506" y="137"/>
                      </a:cubicBezTo>
                      <a:cubicBezTo>
                        <a:pt x="513" y="132"/>
                        <a:pt x="513" y="122"/>
                        <a:pt x="508" y="116"/>
                      </a:cubicBezTo>
                      <a:cubicBezTo>
                        <a:pt x="477" y="82"/>
                        <a:pt x="477" y="82"/>
                        <a:pt x="477" y="82"/>
                      </a:cubicBezTo>
                      <a:cubicBezTo>
                        <a:pt x="472" y="77"/>
                        <a:pt x="462" y="75"/>
                        <a:pt x="456" y="81"/>
                      </a:cubicBezTo>
                      <a:cubicBezTo>
                        <a:pt x="424" y="110"/>
                        <a:pt x="424" y="110"/>
                        <a:pt x="424" y="110"/>
                      </a:cubicBezTo>
                      <a:cubicBezTo>
                        <a:pt x="410" y="124"/>
                        <a:pt x="429" y="145"/>
                        <a:pt x="444" y="132"/>
                      </a:cubicBezTo>
                      <a:cubicBezTo>
                        <a:pt x="449" y="128"/>
                        <a:pt x="449" y="128"/>
                        <a:pt x="449" y="128"/>
                      </a:cubicBezTo>
                      <a:cubicBezTo>
                        <a:pt x="445" y="198"/>
                        <a:pt x="445" y="198"/>
                        <a:pt x="445" y="198"/>
                      </a:cubicBezTo>
                      <a:cubicBezTo>
                        <a:pt x="439" y="324"/>
                        <a:pt x="334" y="423"/>
                        <a:pt x="208" y="423"/>
                      </a:cubicBezTo>
                      <a:cubicBezTo>
                        <a:pt x="30" y="423"/>
                        <a:pt x="30" y="423"/>
                        <a:pt x="30" y="423"/>
                      </a:cubicBezTo>
                      <a:cubicBezTo>
                        <a:pt x="30" y="20"/>
                        <a:pt x="30" y="20"/>
                        <a:pt x="30" y="20"/>
                      </a:cubicBezTo>
                      <a:cubicBezTo>
                        <a:pt x="29" y="0"/>
                        <a:pt x="0" y="0"/>
                        <a:pt x="0" y="20"/>
                      </a:cubicBezTo>
                      <a:cubicBezTo>
                        <a:pt x="0" y="502"/>
                        <a:pt x="0" y="502"/>
                        <a:pt x="0" y="502"/>
                      </a:cubicBezTo>
                      <a:cubicBezTo>
                        <a:pt x="0" y="510"/>
                        <a:pt x="6" y="517"/>
                        <a:pt x="15" y="517"/>
                      </a:cubicBezTo>
                      <a:cubicBezTo>
                        <a:pt x="497" y="517"/>
                        <a:pt x="497" y="517"/>
                        <a:pt x="497" y="517"/>
                      </a:cubicBezTo>
                      <a:cubicBezTo>
                        <a:pt x="517" y="516"/>
                        <a:pt x="517" y="487"/>
                        <a:pt x="497" y="487"/>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713" name="Google Shape;233;p9"/>
              <p:cNvGrpSpPr/>
              <p:nvPr/>
            </p:nvGrpSpPr>
            <p:grpSpPr>
              <a:xfrm>
                <a:off x="90360" y="632880"/>
                <a:ext cx="405360" cy="405000"/>
                <a:chOff x="90360" y="632880"/>
                <a:chExt cx="405360" cy="405000"/>
              </a:xfrm>
            </p:grpSpPr>
            <p:sp>
              <p:nvSpPr>
                <p:cNvPr id="714" name="Google Shape;234;p9"/>
                <p:cNvSpPr/>
                <p:nvPr/>
              </p:nvSpPr>
              <p:spPr>
                <a:xfrm>
                  <a:off x="192960" y="632880"/>
                  <a:ext cx="201240" cy="204480"/>
                </a:xfrm>
                <a:custGeom>
                  <a:avLst/>
                  <a:gdLst>
                    <a:gd name="textAreaLeft" fmla="*/ 0 w 201240"/>
                    <a:gd name="textAreaRight" fmla="*/ 201600 w 201240"/>
                    <a:gd name="textAreaTop" fmla="*/ 0 h 204480"/>
                    <a:gd name="textAreaBottom" fmla="*/ 204840 h 204480"/>
                  </a:gdLst>
                  <a:ahLst/>
                  <a:cxnLst/>
                  <a:rect l="textAreaLeft" t="textAreaTop" r="textAreaRight" b="textAreaBottom"/>
                  <a:pathLst>
                    <a:path w="255" h="259">
                      <a:moveTo>
                        <a:pt x="227" y="210"/>
                      </a:moveTo>
                      <a:cubicBezTo>
                        <a:pt x="230" y="210"/>
                        <a:pt x="232" y="208"/>
                        <a:pt x="233" y="206"/>
                      </a:cubicBezTo>
                      <a:cubicBezTo>
                        <a:pt x="253" y="167"/>
                        <a:pt x="253" y="167"/>
                        <a:pt x="253" y="167"/>
                      </a:cubicBezTo>
                      <a:cubicBezTo>
                        <a:pt x="255" y="163"/>
                        <a:pt x="253" y="160"/>
                        <a:pt x="250" y="158"/>
                      </a:cubicBezTo>
                      <a:cubicBezTo>
                        <a:pt x="229" y="148"/>
                        <a:pt x="229" y="148"/>
                        <a:pt x="229" y="148"/>
                      </a:cubicBezTo>
                      <a:cubicBezTo>
                        <a:pt x="227" y="146"/>
                        <a:pt x="226" y="144"/>
                        <a:pt x="226" y="141"/>
                      </a:cubicBezTo>
                      <a:cubicBezTo>
                        <a:pt x="227" y="131"/>
                        <a:pt x="227" y="120"/>
                        <a:pt x="225" y="109"/>
                      </a:cubicBezTo>
                      <a:cubicBezTo>
                        <a:pt x="224" y="107"/>
                        <a:pt x="226" y="104"/>
                        <a:pt x="228" y="103"/>
                      </a:cubicBezTo>
                      <a:cubicBezTo>
                        <a:pt x="248" y="91"/>
                        <a:pt x="248" y="91"/>
                        <a:pt x="248" y="91"/>
                      </a:cubicBezTo>
                      <a:cubicBezTo>
                        <a:pt x="251" y="89"/>
                        <a:pt x="252" y="85"/>
                        <a:pt x="250" y="82"/>
                      </a:cubicBezTo>
                      <a:cubicBezTo>
                        <a:pt x="228" y="44"/>
                        <a:pt x="228" y="44"/>
                        <a:pt x="228" y="44"/>
                      </a:cubicBezTo>
                      <a:cubicBezTo>
                        <a:pt x="227" y="42"/>
                        <a:pt x="224" y="41"/>
                        <a:pt x="222" y="41"/>
                      </a:cubicBezTo>
                      <a:cubicBezTo>
                        <a:pt x="221" y="41"/>
                        <a:pt x="220" y="41"/>
                        <a:pt x="219" y="42"/>
                      </a:cubicBezTo>
                      <a:cubicBezTo>
                        <a:pt x="199" y="53"/>
                        <a:pt x="199" y="53"/>
                        <a:pt x="199" y="53"/>
                      </a:cubicBezTo>
                      <a:cubicBezTo>
                        <a:pt x="197" y="55"/>
                        <a:pt x="194" y="54"/>
                        <a:pt x="191" y="53"/>
                      </a:cubicBezTo>
                      <a:cubicBezTo>
                        <a:pt x="182" y="45"/>
                        <a:pt x="172" y="39"/>
                        <a:pt x="160" y="35"/>
                      </a:cubicBezTo>
                      <a:cubicBezTo>
                        <a:pt x="158" y="34"/>
                        <a:pt x="156" y="31"/>
                        <a:pt x="156" y="29"/>
                      </a:cubicBezTo>
                      <a:cubicBezTo>
                        <a:pt x="156" y="7"/>
                        <a:pt x="156" y="7"/>
                        <a:pt x="156" y="7"/>
                      </a:cubicBezTo>
                      <a:cubicBezTo>
                        <a:pt x="156" y="3"/>
                        <a:pt x="153" y="0"/>
                        <a:pt x="149" y="0"/>
                      </a:cubicBezTo>
                      <a:cubicBezTo>
                        <a:pt x="105" y="0"/>
                        <a:pt x="105" y="0"/>
                        <a:pt x="105" y="0"/>
                      </a:cubicBezTo>
                      <a:cubicBezTo>
                        <a:pt x="101" y="0"/>
                        <a:pt x="98" y="3"/>
                        <a:pt x="98" y="7"/>
                      </a:cubicBezTo>
                      <a:cubicBezTo>
                        <a:pt x="98" y="29"/>
                        <a:pt x="98" y="29"/>
                        <a:pt x="98" y="29"/>
                      </a:cubicBezTo>
                      <a:cubicBezTo>
                        <a:pt x="98" y="31"/>
                        <a:pt x="97" y="34"/>
                        <a:pt x="94" y="35"/>
                      </a:cubicBezTo>
                      <a:cubicBezTo>
                        <a:pt x="81" y="40"/>
                        <a:pt x="68" y="47"/>
                        <a:pt x="58" y="57"/>
                      </a:cubicBezTo>
                      <a:cubicBezTo>
                        <a:pt x="56" y="59"/>
                        <a:pt x="53" y="59"/>
                        <a:pt x="51" y="58"/>
                      </a:cubicBezTo>
                      <a:cubicBezTo>
                        <a:pt x="30" y="48"/>
                        <a:pt x="30" y="48"/>
                        <a:pt x="30" y="48"/>
                      </a:cubicBezTo>
                      <a:cubicBezTo>
                        <a:pt x="27" y="46"/>
                        <a:pt x="23" y="47"/>
                        <a:pt x="21" y="50"/>
                      </a:cubicBezTo>
                      <a:cubicBezTo>
                        <a:pt x="1" y="90"/>
                        <a:pt x="1" y="90"/>
                        <a:pt x="1" y="90"/>
                      </a:cubicBezTo>
                      <a:cubicBezTo>
                        <a:pt x="0" y="93"/>
                        <a:pt x="1" y="97"/>
                        <a:pt x="4" y="99"/>
                      </a:cubicBezTo>
                      <a:cubicBezTo>
                        <a:pt x="25" y="109"/>
                        <a:pt x="25" y="109"/>
                        <a:pt x="25" y="109"/>
                      </a:cubicBezTo>
                      <a:cubicBezTo>
                        <a:pt x="27" y="110"/>
                        <a:pt x="29" y="113"/>
                        <a:pt x="28" y="116"/>
                      </a:cubicBezTo>
                      <a:cubicBezTo>
                        <a:pt x="27" y="126"/>
                        <a:pt x="27" y="137"/>
                        <a:pt x="29" y="147"/>
                      </a:cubicBezTo>
                      <a:cubicBezTo>
                        <a:pt x="30" y="150"/>
                        <a:pt x="29" y="153"/>
                        <a:pt x="26" y="154"/>
                      </a:cubicBezTo>
                      <a:cubicBezTo>
                        <a:pt x="6" y="166"/>
                        <a:pt x="6" y="166"/>
                        <a:pt x="6" y="166"/>
                      </a:cubicBezTo>
                      <a:cubicBezTo>
                        <a:pt x="3" y="167"/>
                        <a:pt x="2" y="171"/>
                        <a:pt x="4" y="175"/>
                      </a:cubicBezTo>
                      <a:cubicBezTo>
                        <a:pt x="26" y="213"/>
                        <a:pt x="26" y="213"/>
                        <a:pt x="26" y="213"/>
                      </a:cubicBezTo>
                      <a:cubicBezTo>
                        <a:pt x="28" y="216"/>
                        <a:pt x="32" y="217"/>
                        <a:pt x="35" y="215"/>
                      </a:cubicBezTo>
                      <a:cubicBezTo>
                        <a:pt x="55" y="203"/>
                        <a:pt x="55" y="203"/>
                        <a:pt x="55" y="203"/>
                      </a:cubicBezTo>
                      <a:cubicBezTo>
                        <a:pt x="58" y="202"/>
                        <a:pt x="61" y="202"/>
                        <a:pt x="63" y="204"/>
                      </a:cubicBezTo>
                      <a:cubicBezTo>
                        <a:pt x="72" y="212"/>
                        <a:pt x="82" y="218"/>
                        <a:pt x="94" y="222"/>
                      </a:cubicBezTo>
                      <a:cubicBezTo>
                        <a:pt x="97" y="223"/>
                        <a:pt x="98" y="225"/>
                        <a:pt x="98" y="228"/>
                      </a:cubicBezTo>
                      <a:cubicBezTo>
                        <a:pt x="98" y="252"/>
                        <a:pt x="98" y="252"/>
                        <a:pt x="98" y="252"/>
                      </a:cubicBezTo>
                      <a:cubicBezTo>
                        <a:pt x="98" y="256"/>
                        <a:pt x="101" y="259"/>
                        <a:pt x="105" y="259"/>
                      </a:cubicBezTo>
                      <a:cubicBezTo>
                        <a:pt x="149" y="259"/>
                        <a:pt x="149" y="259"/>
                        <a:pt x="149" y="259"/>
                      </a:cubicBezTo>
                      <a:cubicBezTo>
                        <a:pt x="153" y="259"/>
                        <a:pt x="156" y="256"/>
                        <a:pt x="156" y="252"/>
                      </a:cubicBezTo>
                      <a:cubicBezTo>
                        <a:pt x="156" y="228"/>
                        <a:pt x="156" y="228"/>
                        <a:pt x="156" y="228"/>
                      </a:cubicBezTo>
                      <a:cubicBezTo>
                        <a:pt x="156" y="225"/>
                        <a:pt x="158" y="223"/>
                        <a:pt x="160" y="222"/>
                      </a:cubicBezTo>
                      <a:cubicBezTo>
                        <a:pt x="174" y="217"/>
                        <a:pt x="186" y="209"/>
                        <a:pt x="196" y="200"/>
                      </a:cubicBezTo>
                      <a:cubicBezTo>
                        <a:pt x="198" y="198"/>
                        <a:pt x="201" y="197"/>
                        <a:pt x="204" y="199"/>
                      </a:cubicBezTo>
                      <a:cubicBezTo>
                        <a:pt x="224" y="209"/>
                        <a:pt x="224" y="209"/>
                        <a:pt x="224" y="209"/>
                      </a:cubicBezTo>
                      <a:cubicBezTo>
                        <a:pt x="225" y="209"/>
                        <a:pt x="226" y="210"/>
                        <a:pt x="227" y="210"/>
                      </a:cubicBezTo>
                      <a:close/>
                      <a:moveTo>
                        <a:pt x="127" y="172"/>
                      </a:moveTo>
                      <a:cubicBezTo>
                        <a:pt x="104" y="172"/>
                        <a:pt x="84" y="153"/>
                        <a:pt x="84" y="130"/>
                      </a:cubicBezTo>
                      <a:cubicBezTo>
                        <a:pt x="87" y="73"/>
                        <a:pt x="168" y="73"/>
                        <a:pt x="170" y="130"/>
                      </a:cubicBezTo>
                      <a:cubicBezTo>
                        <a:pt x="170" y="153"/>
                        <a:pt x="151" y="172"/>
                        <a:pt x="127" y="172"/>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5" name="Google Shape;235;p9"/>
                <p:cNvSpPr/>
                <p:nvPr/>
              </p:nvSpPr>
              <p:spPr>
                <a:xfrm>
                  <a:off x="282960" y="725400"/>
                  <a:ext cx="20160" cy="22680"/>
                </a:xfrm>
                <a:custGeom>
                  <a:avLst/>
                  <a:gdLst>
                    <a:gd name="textAreaLeft" fmla="*/ 0 w 20160"/>
                    <a:gd name="textAreaRight" fmla="*/ 20520 w 20160"/>
                    <a:gd name="textAreaTop" fmla="*/ 0 h 22680"/>
                    <a:gd name="textAreaBottom" fmla="*/ 23040 h 22680"/>
                  </a:gdLst>
                  <a:ahLst/>
                  <a:cxnLst/>
                  <a:rect l="textAreaLeft" t="textAreaTop" r="textAreaRight" b="textAreaBottom"/>
                  <a:pathLst>
                    <a:path w="26" h="29">
                      <a:moveTo>
                        <a:pt x="13" y="0"/>
                      </a:moveTo>
                      <a:cubicBezTo>
                        <a:pt x="6" y="0"/>
                        <a:pt x="0" y="6"/>
                        <a:pt x="0" y="13"/>
                      </a:cubicBezTo>
                      <a:cubicBezTo>
                        <a:pt x="1" y="29"/>
                        <a:pt x="25" y="29"/>
                        <a:pt x="26" y="13"/>
                      </a:cubicBezTo>
                      <a:cubicBezTo>
                        <a:pt x="26" y="6"/>
                        <a:pt x="20" y="0"/>
                        <a:pt x="13" y="0"/>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tIns="11520" bIns="11520"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6" name="Google Shape;236;p9"/>
                <p:cNvSpPr/>
                <p:nvPr/>
              </p:nvSpPr>
              <p:spPr>
                <a:xfrm>
                  <a:off x="251280" y="860400"/>
                  <a:ext cx="82440" cy="177480"/>
                </a:xfrm>
                <a:custGeom>
                  <a:avLst/>
                  <a:gdLst>
                    <a:gd name="textAreaLeft" fmla="*/ 0 w 82440"/>
                    <a:gd name="textAreaRight" fmla="*/ 82800 w 82440"/>
                    <a:gd name="textAreaTop" fmla="*/ 0 h 177480"/>
                    <a:gd name="textAreaBottom" fmla="*/ 177840 h 177480"/>
                  </a:gdLst>
                  <a:ahLst/>
                  <a:cxnLst/>
                  <a:rect l="textAreaLeft" t="textAreaTop" r="textAreaRight" b="textAreaBottom"/>
                  <a:pathLst>
                    <a:path w="105" h="225">
                      <a:moveTo>
                        <a:pt x="99" y="145"/>
                      </a:moveTo>
                      <a:cubicBezTo>
                        <a:pt x="85" y="145"/>
                        <a:pt x="85" y="145"/>
                        <a:pt x="85" y="145"/>
                      </a:cubicBezTo>
                      <a:cubicBezTo>
                        <a:pt x="82" y="145"/>
                        <a:pt x="80" y="143"/>
                        <a:pt x="80" y="141"/>
                      </a:cubicBezTo>
                      <a:cubicBezTo>
                        <a:pt x="80" y="0"/>
                        <a:pt x="80" y="0"/>
                        <a:pt x="80" y="0"/>
                      </a:cubicBezTo>
                      <a:cubicBezTo>
                        <a:pt x="79" y="0"/>
                        <a:pt x="77" y="1"/>
                        <a:pt x="75" y="1"/>
                      </a:cubicBezTo>
                      <a:cubicBezTo>
                        <a:pt x="31" y="1"/>
                        <a:pt x="31" y="1"/>
                        <a:pt x="31" y="1"/>
                      </a:cubicBezTo>
                      <a:cubicBezTo>
                        <a:pt x="29" y="1"/>
                        <a:pt x="28" y="0"/>
                        <a:pt x="26" y="0"/>
                      </a:cubicBezTo>
                      <a:cubicBezTo>
                        <a:pt x="26" y="141"/>
                        <a:pt x="26" y="141"/>
                        <a:pt x="26" y="141"/>
                      </a:cubicBezTo>
                      <a:cubicBezTo>
                        <a:pt x="26" y="143"/>
                        <a:pt x="24" y="145"/>
                        <a:pt x="21" y="145"/>
                      </a:cubicBezTo>
                      <a:cubicBezTo>
                        <a:pt x="7" y="145"/>
                        <a:pt x="7" y="145"/>
                        <a:pt x="7" y="145"/>
                      </a:cubicBezTo>
                      <a:cubicBezTo>
                        <a:pt x="3" y="145"/>
                        <a:pt x="0" y="148"/>
                        <a:pt x="0" y="152"/>
                      </a:cubicBezTo>
                      <a:cubicBezTo>
                        <a:pt x="0" y="177"/>
                        <a:pt x="0" y="177"/>
                        <a:pt x="0" y="177"/>
                      </a:cubicBezTo>
                      <a:cubicBezTo>
                        <a:pt x="0" y="179"/>
                        <a:pt x="1" y="180"/>
                        <a:pt x="3" y="182"/>
                      </a:cubicBezTo>
                      <a:cubicBezTo>
                        <a:pt x="49" y="223"/>
                        <a:pt x="49" y="223"/>
                        <a:pt x="49" y="223"/>
                      </a:cubicBezTo>
                      <a:cubicBezTo>
                        <a:pt x="51" y="225"/>
                        <a:pt x="55" y="225"/>
                        <a:pt x="57" y="223"/>
                      </a:cubicBezTo>
                      <a:cubicBezTo>
                        <a:pt x="103" y="182"/>
                        <a:pt x="103" y="182"/>
                        <a:pt x="103" y="182"/>
                      </a:cubicBezTo>
                      <a:cubicBezTo>
                        <a:pt x="104" y="180"/>
                        <a:pt x="105" y="179"/>
                        <a:pt x="105" y="177"/>
                      </a:cubicBezTo>
                      <a:cubicBezTo>
                        <a:pt x="105" y="152"/>
                        <a:pt x="105" y="152"/>
                        <a:pt x="105" y="152"/>
                      </a:cubicBezTo>
                      <a:cubicBezTo>
                        <a:pt x="105" y="148"/>
                        <a:pt x="102" y="145"/>
                        <a:pt x="99" y="14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7" name="Google Shape;237;p9"/>
                <p:cNvSpPr/>
                <p:nvPr/>
              </p:nvSpPr>
              <p:spPr>
                <a:xfrm>
                  <a:off x="90360" y="820080"/>
                  <a:ext cx="163440" cy="102240"/>
                </a:xfrm>
                <a:custGeom>
                  <a:avLst/>
                  <a:gdLst>
                    <a:gd name="textAreaLeft" fmla="*/ 0 w 163440"/>
                    <a:gd name="textAreaRight" fmla="*/ 163800 w 163440"/>
                    <a:gd name="textAreaTop" fmla="*/ 0 h 102240"/>
                    <a:gd name="textAreaBottom" fmla="*/ 102600 h 102240"/>
                  </a:gdLst>
                  <a:ahLst/>
                  <a:cxnLst/>
                  <a:rect l="textAreaLeft" t="textAreaTop" r="textAreaRight" b="textAreaBottom"/>
                  <a:pathLst>
                    <a:path w="208" h="130">
                      <a:moveTo>
                        <a:pt x="198" y="15"/>
                      </a:moveTo>
                      <a:cubicBezTo>
                        <a:pt x="198" y="6"/>
                        <a:pt x="198" y="6"/>
                        <a:pt x="198" y="6"/>
                      </a:cubicBezTo>
                      <a:cubicBezTo>
                        <a:pt x="194" y="4"/>
                        <a:pt x="191" y="2"/>
                        <a:pt x="187" y="0"/>
                      </a:cubicBezTo>
                      <a:cubicBezTo>
                        <a:pt x="180" y="4"/>
                        <a:pt x="180" y="4"/>
                        <a:pt x="180" y="4"/>
                      </a:cubicBezTo>
                      <a:cubicBezTo>
                        <a:pt x="174" y="8"/>
                        <a:pt x="166" y="9"/>
                        <a:pt x="158" y="8"/>
                      </a:cubicBezTo>
                      <a:cubicBezTo>
                        <a:pt x="158" y="18"/>
                        <a:pt x="158" y="18"/>
                        <a:pt x="158" y="18"/>
                      </a:cubicBezTo>
                      <a:cubicBezTo>
                        <a:pt x="158" y="36"/>
                        <a:pt x="143" y="51"/>
                        <a:pt x="125" y="51"/>
                      </a:cubicBezTo>
                      <a:cubicBezTo>
                        <a:pt x="85" y="51"/>
                        <a:pt x="85" y="51"/>
                        <a:pt x="85" y="51"/>
                      </a:cubicBezTo>
                      <a:cubicBezTo>
                        <a:pt x="83" y="51"/>
                        <a:pt x="81" y="49"/>
                        <a:pt x="81" y="46"/>
                      </a:cubicBezTo>
                      <a:cubicBezTo>
                        <a:pt x="81" y="32"/>
                        <a:pt x="81" y="32"/>
                        <a:pt x="81" y="32"/>
                      </a:cubicBezTo>
                      <a:cubicBezTo>
                        <a:pt x="81" y="28"/>
                        <a:pt x="78" y="25"/>
                        <a:pt x="74" y="25"/>
                      </a:cubicBezTo>
                      <a:cubicBezTo>
                        <a:pt x="49" y="25"/>
                        <a:pt x="49" y="25"/>
                        <a:pt x="49" y="25"/>
                      </a:cubicBezTo>
                      <a:cubicBezTo>
                        <a:pt x="47" y="25"/>
                        <a:pt x="46" y="26"/>
                        <a:pt x="44" y="28"/>
                      </a:cubicBezTo>
                      <a:cubicBezTo>
                        <a:pt x="3" y="73"/>
                        <a:pt x="3" y="73"/>
                        <a:pt x="3" y="73"/>
                      </a:cubicBezTo>
                      <a:cubicBezTo>
                        <a:pt x="0" y="76"/>
                        <a:pt x="0" y="80"/>
                        <a:pt x="3" y="82"/>
                      </a:cubicBezTo>
                      <a:cubicBezTo>
                        <a:pt x="44" y="128"/>
                        <a:pt x="44" y="128"/>
                        <a:pt x="44" y="128"/>
                      </a:cubicBezTo>
                      <a:cubicBezTo>
                        <a:pt x="46" y="129"/>
                        <a:pt x="47" y="130"/>
                        <a:pt x="49" y="130"/>
                      </a:cubicBezTo>
                      <a:cubicBezTo>
                        <a:pt x="74" y="130"/>
                        <a:pt x="74" y="130"/>
                        <a:pt x="74" y="130"/>
                      </a:cubicBezTo>
                      <a:cubicBezTo>
                        <a:pt x="78" y="130"/>
                        <a:pt x="81" y="127"/>
                        <a:pt x="81" y="123"/>
                      </a:cubicBezTo>
                      <a:cubicBezTo>
                        <a:pt x="81" y="109"/>
                        <a:pt x="81" y="109"/>
                        <a:pt x="81" y="109"/>
                      </a:cubicBezTo>
                      <a:cubicBezTo>
                        <a:pt x="81" y="107"/>
                        <a:pt x="83" y="105"/>
                        <a:pt x="85" y="105"/>
                      </a:cubicBezTo>
                      <a:cubicBezTo>
                        <a:pt x="118" y="105"/>
                        <a:pt x="118" y="105"/>
                        <a:pt x="118" y="105"/>
                      </a:cubicBezTo>
                      <a:cubicBezTo>
                        <a:pt x="160" y="105"/>
                        <a:pt x="196" y="77"/>
                        <a:pt x="208" y="40"/>
                      </a:cubicBezTo>
                      <a:cubicBezTo>
                        <a:pt x="202" y="33"/>
                        <a:pt x="198" y="25"/>
                        <a:pt x="198" y="15"/>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8" name="Google Shape;238;p9"/>
                <p:cNvSpPr/>
                <p:nvPr/>
              </p:nvSpPr>
              <p:spPr>
                <a:xfrm>
                  <a:off x="331920" y="816120"/>
                  <a:ext cx="163800" cy="106560"/>
                </a:xfrm>
                <a:custGeom>
                  <a:avLst/>
                  <a:gdLst>
                    <a:gd name="textAreaLeft" fmla="*/ 0 w 163800"/>
                    <a:gd name="textAreaRight" fmla="*/ 164160 w 163800"/>
                    <a:gd name="textAreaTop" fmla="*/ 0 h 106560"/>
                    <a:gd name="textAreaBottom" fmla="*/ 106920 h 106560"/>
                  </a:gdLst>
                  <a:ahLst/>
                  <a:cxnLst/>
                  <a:rect l="textAreaLeft" t="textAreaTop" r="textAreaRight" b="textAreaBottom"/>
                  <a:pathLst>
                    <a:path w="208" h="135">
                      <a:moveTo>
                        <a:pt x="206" y="78"/>
                      </a:moveTo>
                      <a:cubicBezTo>
                        <a:pt x="164" y="33"/>
                        <a:pt x="164" y="33"/>
                        <a:pt x="164" y="33"/>
                      </a:cubicBezTo>
                      <a:cubicBezTo>
                        <a:pt x="163" y="31"/>
                        <a:pt x="161" y="30"/>
                        <a:pt x="159" y="30"/>
                      </a:cubicBezTo>
                      <a:cubicBezTo>
                        <a:pt x="134" y="30"/>
                        <a:pt x="134" y="30"/>
                        <a:pt x="134" y="30"/>
                      </a:cubicBezTo>
                      <a:cubicBezTo>
                        <a:pt x="131" y="30"/>
                        <a:pt x="128" y="33"/>
                        <a:pt x="128" y="37"/>
                      </a:cubicBezTo>
                      <a:cubicBezTo>
                        <a:pt x="128" y="51"/>
                        <a:pt x="128" y="51"/>
                        <a:pt x="128" y="51"/>
                      </a:cubicBezTo>
                      <a:cubicBezTo>
                        <a:pt x="128" y="54"/>
                        <a:pt x="126" y="56"/>
                        <a:pt x="123" y="56"/>
                      </a:cubicBezTo>
                      <a:cubicBezTo>
                        <a:pt x="84" y="56"/>
                        <a:pt x="84" y="56"/>
                        <a:pt x="84" y="56"/>
                      </a:cubicBezTo>
                      <a:cubicBezTo>
                        <a:pt x="65" y="56"/>
                        <a:pt x="50" y="41"/>
                        <a:pt x="50" y="23"/>
                      </a:cubicBezTo>
                      <a:cubicBezTo>
                        <a:pt x="50" y="7"/>
                        <a:pt x="50" y="7"/>
                        <a:pt x="50" y="7"/>
                      </a:cubicBezTo>
                      <a:cubicBezTo>
                        <a:pt x="45" y="7"/>
                        <a:pt x="40" y="6"/>
                        <a:pt x="35" y="4"/>
                      </a:cubicBezTo>
                      <a:cubicBezTo>
                        <a:pt x="28" y="0"/>
                        <a:pt x="28" y="0"/>
                        <a:pt x="28" y="0"/>
                      </a:cubicBezTo>
                      <a:cubicBezTo>
                        <a:pt x="22" y="4"/>
                        <a:pt x="16" y="8"/>
                        <a:pt x="10" y="11"/>
                      </a:cubicBezTo>
                      <a:cubicBezTo>
                        <a:pt x="10" y="20"/>
                        <a:pt x="10" y="20"/>
                        <a:pt x="10" y="20"/>
                      </a:cubicBezTo>
                      <a:cubicBezTo>
                        <a:pt x="10" y="30"/>
                        <a:pt x="6" y="38"/>
                        <a:pt x="0" y="45"/>
                      </a:cubicBezTo>
                      <a:cubicBezTo>
                        <a:pt x="12" y="82"/>
                        <a:pt x="48" y="110"/>
                        <a:pt x="90" y="110"/>
                      </a:cubicBezTo>
                      <a:cubicBezTo>
                        <a:pt x="123" y="110"/>
                        <a:pt x="123" y="110"/>
                        <a:pt x="123" y="110"/>
                      </a:cubicBezTo>
                      <a:cubicBezTo>
                        <a:pt x="126" y="110"/>
                        <a:pt x="128" y="112"/>
                        <a:pt x="128" y="114"/>
                      </a:cubicBezTo>
                      <a:cubicBezTo>
                        <a:pt x="128" y="128"/>
                        <a:pt x="128" y="128"/>
                        <a:pt x="128" y="128"/>
                      </a:cubicBezTo>
                      <a:cubicBezTo>
                        <a:pt x="128" y="132"/>
                        <a:pt x="131" y="135"/>
                        <a:pt x="134" y="135"/>
                      </a:cubicBezTo>
                      <a:cubicBezTo>
                        <a:pt x="159" y="135"/>
                        <a:pt x="159" y="135"/>
                        <a:pt x="159" y="135"/>
                      </a:cubicBezTo>
                      <a:cubicBezTo>
                        <a:pt x="161" y="135"/>
                        <a:pt x="163" y="134"/>
                        <a:pt x="164" y="133"/>
                      </a:cubicBezTo>
                      <a:cubicBezTo>
                        <a:pt x="206" y="87"/>
                        <a:pt x="206" y="87"/>
                        <a:pt x="206" y="87"/>
                      </a:cubicBezTo>
                      <a:cubicBezTo>
                        <a:pt x="208" y="85"/>
                        <a:pt x="208" y="81"/>
                        <a:pt x="206" y="78"/>
                      </a:cubicBezTo>
                      <a:close/>
                    </a:path>
                  </a:pathLst>
                </a:custGeom>
                <a:solidFill>
                  <a:srgbClr val="FFFFFF">
                    <a:alpha val="50000"/>
                  </a:srgbClr>
                </a:solidFill>
                <a:ln w="0">
                  <a:noFill/>
                </a:ln>
              </p:spPr>
              <p:style>
                <a:lnRef idx="0">
                  <a:scrgbClr r="0" g="0" b="0"/>
                </a:lnRef>
                <a:fillRef idx="0">
                  <a:scrgbClr r="0" g="0" b="0"/>
                </a:fillRef>
                <a:effectRef idx="0">
                  <a:scrgbClr r="0" g="0" b="0"/>
                </a:effectRef>
                <a:fontRef idx="minor"/>
              </p:style>
              <p:txBody>
                <a:bodyPr anchor="t">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grpSp>
      <p:grpSp>
        <p:nvGrpSpPr>
          <p:cNvPr id="719" name="Google Shape;239;p9"/>
          <p:cNvGrpSpPr/>
          <p:nvPr/>
        </p:nvGrpSpPr>
        <p:grpSpPr>
          <a:xfrm>
            <a:off x="-1880280" y="-2238480"/>
            <a:ext cx="12746160" cy="9194040"/>
            <a:chOff x="-1880280" y="-2238480"/>
            <a:chExt cx="12746160" cy="9194040"/>
          </a:xfrm>
        </p:grpSpPr>
        <p:pic>
          <p:nvPicPr>
            <p:cNvPr id="720" name="Google Shape;240;p9"/>
            <p:cNvPicPr/>
            <p:nvPr/>
          </p:nvPicPr>
          <p:blipFill>
            <a:blip r:embed="rId5">
              <a:alphaModFix amt="50000"/>
            </a:blip>
            <a:stretch/>
          </p:blipFill>
          <p:spPr>
            <a:xfrm rot="17422200">
              <a:off x="6854400" y="-1707480"/>
              <a:ext cx="3541680" cy="3464640"/>
            </a:xfrm>
            <a:prstGeom prst="rect">
              <a:avLst/>
            </a:prstGeom>
            <a:noFill/>
            <a:ln w="0">
              <a:noFill/>
            </a:ln>
          </p:spPr>
        </p:pic>
        <p:pic>
          <p:nvPicPr>
            <p:cNvPr id="721" name="Google Shape;241;p9"/>
            <p:cNvPicPr/>
            <p:nvPr/>
          </p:nvPicPr>
          <p:blipFill>
            <a:blip r:embed="rId5">
              <a:alphaModFix amt="50000"/>
            </a:blip>
            <a:stretch/>
          </p:blipFill>
          <p:spPr>
            <a:xfrm rot="15480600">
              <a:off x="-1588320" y="3130920"/>
              <a:ext cx="3541680" cy="3464640"/>
            </a:xfrm>
            <a:prstGeom prst="rect">
              <a:avLst/>
            </a:prstGeom>
            <a:noFill/>
            <a:ln w="0">
              <a:noFill/>
            </a:ln>
          </p:spPr>
        </p:pic>
      </p:grpSp>
      <p:sp>
        <p:nvSpPr>
          <p:cNvPr id="722" name="PlaceHolder 1"/>
          <p:cNvSpPr>
            <a:spLocks noGrp="1"/>
          </p:cNvSpPr>
          <p:nvPr>
            <p:ph type="title"/>
          </p:nvPr>
        </p:nvSpPr>
        <p:spPr>
          <a:xfrm>
            <a:off x="2135520" y="1189080"/>
            <a:ext cx="4872600" cy="196416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5.png"/><Relationship Id="rId4" Type="http://schemas.openxmlformats.org/officeDocument/2006/relationships/image" Target="../media/image16.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Layout" Target="../slideLayouts/slideLayout9.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 Id="rId5" Type="http://schemas.openxmlformats.org/officeDocument/2006/relationships/image" Target="../media/image5.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svg"/><Relationship Id="rId7" Type="http://schemas.openxmlformats.org/officeDocument/2006/relationships/image" Target="../media/image43.svg"/><Relationship Id="rId12" Type="http://schemas.openxmlformats.org/officeDocument/2006/relationships/image" Target="../media/image47.svg"/><Relationship Id="rId2" Type="http://schemas.openxmlformats.org/officeDocument/2006/relationships/image" Target="../media/image38.png"/><Relationship Id="rId1" Type="http://schemas.openxmlformats.org/officeDocument/2006/relationships/slideLayout" Target="../slideLayouts/slideLayout9.xml"/><Relationship Id="rId6" Type="http://schemas.openxmlformats.org/officeDocument/2006/relationships/image" Target="../media/image42.png"/><Relationship Id="rId11" Type="http://schemas.openxmlformats.org/officeDocument/2006/relationships/image" Target="../media/image46.png"/><Relationship Id="rId5" Type="http://schemas.openxmlformats.org/officeDocument/2006/relationships/image" Target="../media/image41.svg"/><Relationship Id="rId10" Type="http://schemas.openxmlformats.org/officeDocument/2006/relationships/image" Target="../media/image5.png"/><Relationship Id="rId4" Type="http://schemas.openxmlformats.org/officeDocument/2006/relationships/image" Target="../media/image40.png"/><Relationship Id="rId9" Type="http://schemas.openxmlformats.org/officeDocument/2006/relationships/image" Target="../media/image45.sv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39.svg"/><Relationship Id="rId7" Type="http://schemas.openxmlformats.org/officeDocument/2006/relationships/image" Target="../media/image43.svg"/><Relationship Id="rId12" Type="http://schemas.openxmlformats.org/officeDocument/2006/relationships/image" Target="../media/image5.png"/><Relationship Id="rId2" Type="http://schemas.openxmlformats.org/officeDocument/2006/relationships/image" Target="../media/image38.png"/><Relationship Id="rId1" Type="http://schemas.openxmlformats.org/officeDocument/2006/relationships/slideLayout" Target="../slideLayouts/slideLayout9.xml"/><Relationship Id="rId6" Type="http://schemas.openxmlformats.org/officeDocument/2006/relationships/image" Target="../media/image42.png"/><Relationship Id="rId11" Type="http://schemas.openxmlformats.org/officeDocument/2006/relationships/image" Target="../media/image45.svg"/><Relationship Id="rId5" Type="http://schemas.openxmlformats.org/officeDocument/2006/relationships/image" Target="../media/image41.svg"/><Relationship Id="rId10" Type="http://schemas.openxmlformats.org/officeDocument/2006/relationships/image" Target="../media/image44.png"/><Relationship Id="rId4" Type="http://schemas.openxmlformats.org/officeDocument/2006/relationships/image" Target="../media/image40.png"/><Relationship Id="rId9" Type="http://schemas.openxmlformats.org/officeDocument/2006/relationships/image" Target="../media/image4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 name="PlaceHolder 1"/>
          <p:cNvSpPr>
            <a:spLocks noGrp="1"/>
          </p:cNvSpPr>
          <p:nvPr>
            <p:ph type="title"/>
          </p:nvPr>
        </p:nvSpPr>
        <p:spPr>
          <a:xfrm>
            <a:off x="2009880" y="1076400"/>
            <a:ext cx="6714720" cy="1495080"/>
          </a:xfrm>
          <a:prstGeom prst="rect">
            <a:avLst/>
          </a:prstGeom>
          <a:noFill/>
          <a:ln w="0">
            <a:noFill/>
          </a:ln>
        </p:spPr>
        <p:txBody>
          <a:bodyPr lIns="91440" tIns="91440" rIns="91440" bIns="91440" anchor="b">
            <a:normAutofit/>
          </a:bodyPr>
          <a:lstStyle/>
          <a:p>
            <a:pPr>
              <a:lnSpc>
                <a:spcPct val="100000"/>
              </a:lnSpc>
              <a:tabLst>
                <a:tab pos="0" algn="l"/>
              </a:tabLst>
            </a:pPr>
            <a:r>
              <a:rPr lang="en-US" sz="3800" b="1">
                <a:solidFill>
                  <a:schemeClr val="dk1"/>
                </a:solidFill>
                <a:latin typeface="Montserrat"/>
              </a:rPr>
              <a:t>MACHINE LEARNING PROJECT</a:t>
            </a:r>
            <a:endParaRPr lang="en-US" sz="3800" b="1" u="none" strike="noStrike">
              <a:solidFill>
                <a:schemeClr val="dk1"/>
              </a:solidFill>
              <a:effectLst/>
              <a:uFillTx/>
              <a:latin typeface="Montserrat"/>
            </a:endParaRPr>
          </a:p>
        </p:txBody>
      </p:sp>
      <p:sp>
        <p:nvSpPr>
          <p:cNvPr id="727" name="PlaceHolder 2"/>
          <p:cNvSpPr>
            <a:spLocks noGrp="1"/>
          </p:cNvSpPr>
          <p:nvPr>
            <p:ph type="subTitle"/>
          </p:nvPr>
        </p:nvSpPr>
        <p:spPr>
          <a:xfrm>
            <a:off x="2009880" y="2581200"/>
            <a:ext cx="5362200" cy="475920"/>
          </a:xfrm>
          <a:prstGeom prst="rect">
            <a:avLst/>
          </a:prstGeom>
          <a:noFill/>
          <a:ln w="0">
            <a:noFill/>
          </a:ln>
        </p:spPr>
        <p:txBody>
          <a:bodyPr lIns="91440" tIns="91440" rIns="91440" bIns="91440" anchor="t">
            <a:normAutofit/>
          </a:bodyPr>
          <a:lstStyle/>
          <a:p>
            <a:pPr>
              <a:lnSpc>
                <a:spcPct val="100000"/>
              </a:lnSpc>
              <a:tabLst>
                <a:tab pos="0" algn="l"/>
              </a:tabLst>
            </a:pPr>
            <a:r>
              <a:rPr lang="en-US" sz="1600">
                <a:solidFill>
                  <a:schemeClr val="dk1"/>
                </a:solidFill>
                <a:latin typeface="Actor"/>
              </a:rPr>
              <a:t>MOBILE PRICE RANGE CLASSIFICATION</a:t>
            </a:r>
            <a:endParaRPr lang="en-US" sz="1600" u="none" strike="noStrike">
              <a:solidFill>
                <a:schemeClr val="dk1"/>
              </a:solidFill>
              <a:effectLst/>
              <a:uFillTx/>
              <a:latin typeface="Actor"/>
            </a:endParaRPr>
          </a:p>
        </p:txBody>
      </p:sp>
      <p:cxnSp>
        <p:nvCxnSpPr>
          <p:cNvPr id="728" name="Google Shape;813;p29"/>
          <p:cNvCxnSpPr/>
          <p:nvPr/>
        </p:nvCxnSpPr>
        <p:spPr>
          <a:xfrm>
            <a:off x="2104560" y="2577960"/>
            <a:ext cx="6064200" cy="360"/>
          </a:xfrm>
          <a:prstGeom prst="straightConnector1">
            <a:avLst/>
          </a:prstGeom>
          <a:ln w="9525">
            <a:solidFill>
              <a:srgbClr val="FFFFFF"/>
            </a:solidFill>
            <a:round/>
          </a:ln>
        </p:spPr>
      </p:cxnSp>
      <p:sp>
        <p:nvSpPr>
          <p:cNvPr id="10" name="TextBox 9">
            <a:extLst>
              <a:ext uri="{FF2B5EF4-FFF2-40B4-BE49-F238E27FC236}">
                <a16:creationId xmlns:a16="http://schemas.microsoft.com/office/drawing/2014/main" id="{B78871CE-94E2-7327-88F8-EF4CA9DE86FF}"/>
              </a:ext>
            </a:extLst>
          </p:cNvPr>
          <p:cNvSpPr txBox="1"/>
          <p:nvPr/>
        </p:nvSpPr>
        <p:spPr>
          <a:xfrm>
            <a:off x="7603547" y="4205720"/>
            <a:ext cx="154305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cs typeface="Arial"/>
              </a:rPr>
              <a:t>Submitted to:</a:t>
            </a:r>
          </a:p>
          <a:p>
            <a:r>
              <a:rPr lang="en-GB" sz="1600">
                <a:cs typeface="Arial"/>
              </a:rPr>
              <a:t>Ankit Sir </a:t>
            </a:r>
          </a:p>
        </p:txBody>
      </p:sp>
      <p:pic>
        <p:nvPicPr>
          <p:cNvPr id="12" name="Picture 11" descr="A green and black sign&#10;&#10;AI-generated content may be incorrect.">
            <a:extLst>
              <a:ext uri="{FF2B5EF4-FFF2-40B4-BE49-F238E27FC236}">
                <a16:creationId xmlns:a16="http://schemas.microsoft.com/office/drawing/2014/main" id="{0D91C297-3C28-8CEA-E266-E97C90CEF88A}"/>
              </a:ext>
            </a:extLst>
          </p:cNvPr>
          <p:cNvPicPr>
            <a:picLocks noChangeAspect="1"/>
          </p:cNvPicPr>
          <p:nvPr/>
        </p:nvPicPr>
        <p:blipFill>
          <a:blip r:embed="rId2"/>
          <a:stretch>
            <a:fillRect/>
          </a:stretch>
        </p:blipFill>
        <p:spPr>
          <a:xfrm>
            <a:off x="121660" y="111269"/>
            <a:ext cx="1146464" cy="3489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PlaceHolder 1"/>
          <p:cNvSpPr>
            <a:spLocks noGrp="1"/>
          </p:cNvSpPr>
          <p:nvPr>
            <p:ph type="title"/>
          </p:nvPr>
        </p:nvSpPr>
        <p:spPr>
          <a:xfrm>
            <a:off x="919498" y="399282"/>
            <a:ext cx="5419440" cy="884432"/>
          </a:xfrm>
          <a:prstGeom prst="rect">
            <a:avLst/>
          </a:prstGeom>
          <a:noFill/>
          <a:ln w="0">
            <a:noFill/>
          </a:ln>
        </p:spPr>
        <p:txBody>
          <a:bodyPr lIns="91440" tIns="91440" rIns="91440" bIns="91440" anchor="b">
            <a:normAutofit/>
          </a:bodyPr>
          <a:lstStyle/>
          <a:p>
            <a:pPr>
              <a:lnSpc>
                <a:spcPct val="100000"/>
              </a:lnSpc>
              <a:tabLst>
                <a:tab pos="0" algn="l"/>
              </a:tabLst>
            </a:pPr>
            <a:r>
              <a:rPr lang="en-US" sz="3000" b="1">
                <a:solidFill>
                  <a:schemeClr val="dk1"/>
                </a:solidFill>
                <a:latin typeface="Montserrat"/>
              </a:rPr>
              <a:t>Problem Statement </a:t>
            </a:r>
            <a:endParaRPr lang="en-US" sz="3000" b="1" u="none" strike="noStrike">
              <a:solidFill>
                <a:schemeClr val="dk1"/>
              </a:solidFill>
              <a:effectLst/>
              <a:uFillTx/>
              <a:latin typeface="Montserrat"/>
            </a:endParaRPr>
          </a:p>
        </p:txBody>
      </p:sp>
      <p:sp>
        <p:nvSpPr>
          <p:cNvPr id="730" name="PlaceHolder 2"/>
          <p:cNvSpPr>
            <a:spLocks noGrp="1"/>
          </p:cNvSpPr>
          <p:nvPr>
            <p:ph type="subTitle"/>
          </p:nvPr>
        </p:nvSpPr>
        <p:spPr>
          <a:xfrm>
            <a:off x="321654" y="1212636"/>
            <a:ext cx="3618675" cy="3247733"/>
          </a:xfrm>
          <a:prstGeom prst="rect">
            <a:avLst/>
          </a:prstGeom>
          <a:noFill/>
          <a:ln w="0">
            <a:noFill/>
          </a:ln>
        </p:spPr>
        <p:txBody>
          <a:bodyPr lIns="91440" tIns="91440" rIns="91440" bIns="91440" anchor="t">
            <a:noAutofit/>
          </a:bodyPr>
          <a:lstStyle/>
          <a:p>
            <a:pPr>
              <a:tabLst>
                <a:tab pos="0" algn="l"/>
              </a:tabLst>
            </a:pPr>
            <a:r>
              <a:rPr lang="en-US" sz="1400" dirty="0">
                <a:solidFill>
                  <a:schemeClr val="dk1"/>
                </a:solidFill>
                <a:ea typeface="+mj-lt"/>
                <a:cs typeface="+mj-lt"/>
              </a:rPr>
              <a:t>     </a:t>
            </a:r>
            <a:r>
              <a:rPr lang="en-US" sz="1800" dirty="0">
                <a:solidFill>
                  <a:schemeClr val="dk1"/>
                </a:solidFill>
                <a:ea typeface="+mj-lt"/>
                <a:cs typeface="+mj-lt"/>
              </a:rPr>
              <a:t>Core Objective</a:t>
            </a:r>
          </a:p>
          <a:p>
            <a:pPr>
              <a:tabLst>
                <a:tab pos="0" algn="l"/>
              </a:tabLst>
            </a:pPr>
            <a:endParaRPr lang="en-US" sz="1400">
              <a:solidFill>
                <a:schemeClr val="dk1"/>
              </a:solidFill>
              <a:ea typeface="+mj-lt"/>
              <a:cs typeface="+mj-lt"/>
            </a:endParaRPr>
          </a:p>
          <a:p>
            <a:pPr>
              <a:tabLst>
                <a:tab pos="0" algn="l"/>
              </a:tabLst>
            </a:pPr>
            <a:r>
              <a:rPr lang="en-US" sz="1400" dirty="0">
                <a:solidFill>
                  <a:schemeClr val="dk1"/>
                </a:solidFill>
                <a:latin typeface="Arial"/>
                <a:cs typeface="Arial"/>
              </a:rPr>
              <a:t>The objective of this project is to classify</a:t>
            </a:r>
            <a:r>
              <a:rPr lang="en-US" sz="1400" b="1" dirty="0">
                <a:solidFill>
                  <a:schemeClr val="dk1"/>
                </a:solidFill>
                <a:latin typeface="Arial"/>
                <a:cs typeface="Arial"/>
              </a:rPr>
              <a:t> the  price range of mobile phones</a:t>
            </a:r>
            <a:r>
              <a:rPr lang="en-US" sz="1400" dirty="0">
                <a:solidFill>
                  <a:schemeClr val="dk1"/>
                </a:solidFill>
                <a:latin typeface="Arial"/>
                <a:cs typeface="Arial"/>
              </a:rPr>
              <a:t> based on their technical specifications such as RAM, battery power, screen resolution,</a:t>
            </a:r>
          </a:p>
          <a:p>
            <a:pPr>
              <a:tabLst>
                <a:tab pos="0" algn="l"/>
              </a:tabLst>
            </a:pPr>
            <a:r>
              <a:rPr lang="en-US" sz="1400" b="1" dirty="0">
                <a:solidFill>
                  <a:schemeClr val="dk1"/>
                </a:solidFill>
                <a:latin typeface="Arial"/>
                <a:cs typeface="Arial"/>
              </a:rPr>
              <a:t>We did multiclass classification</a:t>
            </a:r>
            <a:r>
              <a:rPr lang="en-US" sz="1400" dirty="0">
                <a:solidFill>
                  <a:schemeClr val="dk1"/>
                </a:solidFill>
                <a:latin typeface="Arial"/>
                <a:cs typeface="Arial"/>
              </a:rPr>
              <a:t> where mobile phones are categorized into four price ranges (0, 1, 2, and 3) as per the problem statement. The project focuses on </a:t>
            </a:r>
            <a:r>
              <a:rPr lang="en-US" sz="1400" b="1" dirty="0">
                <a:solidFill>
                  <a:schemeClr val="dk1"/>
                </a:solidFill>
                <a:latin typeface="Arial"/>
                <a:cs typeface="Arial"/>
              </a:rPr>
              <a:t>analyzing the data</a:t>
            </a:r>
            <a:r>
              <a:rPr lang="en-US" sz="1400" dirty="0">
                <a:solidFill>
                  <a:schemeClr val="dk1"/>
                </a:solidFill>
                <a:latin typeface="Arial"/>
                <a:cs typeface="Arial"/>
              </a:rPr>
              <a:t>, performing </a:t>
            </a:r>
            <a:r>
              <a:rPr lang="en-US" sz="1400" b="1" dirty="0">
                <a:solidFill>
                  <a:schemeClr val="dk1"/>
                </a:solidFill>
                <a:latin typeface="Arial"/>
                <a:cs typeface="Arial"/>
              </a:rPr>
              <a:t>feature engineering</a:t>
            </a:r>
            <a:r>
              <a:rPr lang="en-US" sz="1400" dirty="0">
                <a:solidFill>
                  <a:schemeClr val="dk1"/>
                </a:solidFill>
                <a:latin typeface="Arial"/>
                <a:cs typeface="Arial"/>
              </a:rPr>
              <a:t>, and </a:t>
            </a:r>
            <a:r>
              <a:rPr lang="en-US" sz="1400" b="1" dirty="0">
                <a:solidFill>
                  <a:schemeClr val="dk1"/>
                </a:solidFill>
                <a:latin typeface="Arial"/>
                <a:cs typeface="Arial"/>
              </a:rPr>
              <a:t>comparing the performance of five machine learning models</a:t>
            </a:r>
            <a:r>
              <a:rPr lang="en-US" sz="1400" dirty="0">
                <a:solidFill>
                  <a:schemeClr val="dk1"/>
                </a:solidFill>
                <a:latin typeface="Arial"/>
                <a:cs typeface="Arial"/>
              </a:rPr>
              <a:t> to identify the most accurate and reliable model.</a:t>
            </a:r>
          </a:p>
          <a:p>
            <a:pPr algn="r">
              <a:lnSpc>
                <a:spcPct val="150000"/>
              </a:lnSpc>
              <a:tabLst>
                <a:tab pos="0" algn="l"/>
              </a:tabLst>
            </a:pPr>
            <a:endParaRPr lang="en-US" sz="1200" b="0" u="none" strike="noStrike">
              <a:solidFill>
                <a:schemeClr val="dk1"/>
              </a:solidFill>
              <a:effectLst/>
              <a:uFillTx/>
              <a:latin typeface="Actor"/>
              <a:cs typeface="Arial"/>
            </a:endParaRPr>
          </a:p>
        </p:txBody>
      </p:sp>
      <p:pic>
        <p:nvPicPr>
          <p:cNvPr id="2" name="Graphic 1" descr="Target with solid fill">
            <a:extLst>
              <a:ext uri="{FF2B5EF4-FFF2-40B4-BE49-F238E27FC236}">
                <a16:creationId xmlns:a16="http://schemas.microsoft.com/office/drawing/2014/main" id="{34E14BE9-A99D-A1BA-F00F-072F919297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19422" y="1289526"/>
            <a:ext cx="299768" cy="288985"/>
          </a:xfrm>
          <a:prstGeom prst="rect">
            <a:avLst/>
          </a:prstGeom>
        </p:spPr>
      </p:pic>
      <p:grpSp>
        <p:nvGrpSpPr>
          <p:cNvPr id="10" name="Group 9">
            <a:extLst>
              <a:ext uri="{FF2B5EF4-FFF2-40B4-BE49-F238E27FC236}">
                <a16:creationId xmlns:a16="http://schemas.microsoft.com/office/drawing/2014/main" id="{BEF4E05F-D158-A210-7509-CB774931102E}"/>
              </a:ext>
            </a:extLst>
          </p:cNvPr>
          <p:cNvGrpSpPr/>
          <p:nvPr/>
        </p:nvGrpSpPr>
        <p:grpSpPr>
          <a:xfrm>
            <a:off x="5431136" y="1287761"/>
            <a:ext cx="2700337" cy="3170099"/>
            <a:chOff x="5129212" y="414337"/>
            <a:chExt cx="2700337" cy="3170099"/>
          </a:xfrm>
        </p:grpSpPr>
        <p:sp>
          <p:nvSpPr>
            <p:cNvPr id="4" name="TextBox 3">
              <a:extLst>
                <a:ext uri="{FF2B5EF4-FFF2-40B4-BE49-F238E27FC236}">
                  <a16:creationId xmlns:a16="http://schemas.microsoft.com/office/drawing/2014/main" id="{1AA5B651-59CB-BFE5-C010-CF965C87525E}"/>
                </a:ext>
              </a:extLst>
            </p:cNvPr>
            <p:cNvSpPr txBox="1"/>
            <p:nvPr/>
          </p:nvSpPr>
          <p:spPr>
            <a:xfrm>
              <a:off x="5129212" y="414337"/>
              <a:ext cx="2700337"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a:cs typeface="Arial"/>
                </a:rPr>
                <a:t>Models </a:t>
              </a:r>
            </a:p>
            <a:p>
              <a:endParaRPr lang="en-GB">
                <a:cs typeface="Arial"/>
              </a:endParaRPr>
            </a:p>
            <a:p>
              <a:r>
                <a:rPr lang="en-GB">
                  <a:cs typeface="Arial"/>
                </a:rPr>
                <a:t>  SGD Linear Classifier</a:t>
              </a:r>
            </a:p>
            <a:p>
              <a:endParaRPr lang="en-GB">
                <a:cs typeface="Arial"/>
              </a:endParaRPr>
            </a:p>
            <a:p>
              <a:r>
                <a:rPr lang="en-GB">
                  <a:cs typeface="Arial"/>
                </a:rPr>
                <a:t>  Logistic Regression</a:t>
              </a:r>
            </a:p>
            <a:p>
              <a:endParaRPr lang="en-GB">
                <a:cs typeface="Arial"/>
              </a:endParaRPr>
            </a:p>
            <a:p>
              <a:r>
                <a:rPr lang="en-GB">
                  <a:cs typeface="Arial"/>
                </a:rPr>
                <a:t>  Decision Tree</a:t>
              </a:r>
            </a:p>
            <a:p>
              <a:endParaRPr lang="en-GB">
                <a:cs typeface="Arial"/>
              </a:endParaRPr>
            </a:p>
            <a:p>
              <a:r>
                <a:rPr lang="en-GB">
                  <a:cs typeface="Arial"/>
                </a:rPr>
                <a:t>  Random Forest</a:t>
              </a:r>
            </a:p>
            <a:p>
              <a:endParaRPr lang="en-GB">
                <a:cs typeface="Arial"/>
              </a:endParaRPr>
            </a:p>
            <a:p>
              <a:r>
                <a:rPr lang="en-GB">
                  <a:cs typeface="Arial"/>
                </a:rPr>
                <a:t>  K-Nearest Neighbours</a:t>
              </a:r>
            </a:p>
          </p:txBody>
        </p:sp>
        <p:cxnSp>
          <p:nvCxnSpPr>
            <p:cNvPr id="6" name="Straight Arrow Connector 5">
              <a:extLst>
                <a:ext uri="{FF2B5EF4-FFF2-40B4-BE49-F238E27FC236}">
                  <a16:creationId xmlns:a16="http://schemas.microsoft.com/office/drawing/2014/main" id="{FBE56656-2CBD-EA8A-740A-F00BD56A419C}"/>
                </a:ext>
              </a:extLst>
            </p:cNvPr>
            <p:cNvCxnSpPr/>
            <p:nvPr/>
          </p:nvCxnSpPr>
          <p:spPr>
            <a:xfrm>
              <a:off x="5132716" y="1446811"/>
              <a:ext cx="26860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FD636AE2-145B-79A8-7573-FC660666CE10}"/>
                </a:ext>
              </a:extLst>
            </p:cNvPr>
            <p:cNvCxnSpPr>
              <a:cxnSpLocks/>
            </p:cNvCxnSpPr>
            <p:nvPr/>
          </p:nvCxnSpPr>
          <p:spPr>
            <a:xfrm>
              <a:off x="5132716" y="1932047"/>
              <a:ext cx="26860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A6C911B1-1BF3-E170-5EA9-9B7CAE5A8710}"/>
                </a:ext>
              </a:extLst>
            </p:cNvPr>
            <p:cNvCxnSpPr>
              <a:cxnSpLocks/>
            </p:cNvCxnSpPr>
            <p:nvPr/>
          </p:nvCxnSpPr>
          <p:spPr>
            <a:xfrm>
              <a:off x="5143499" y="2503547"/>
              <a:ext cx="26860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445C36B-7D0A-42DD-3B60-CF4C3E490A70}"/>
                </a:ext>
              </a:extLst>
            </p:cNvPr>
            <p:cNvCxnSpPr>
              <a:cxnSpLocks/>
            </p:cNvCxnSpPr>
            <p:nvPr/>
          </p:nvCxnSpPr>
          <p:spPr>
            <a:xfrm>
              <a:off x="5143498" y="3075046"/>
              <a:ext cx="26860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 name="Straight Arrow Connector 4">
            <a:extLst>
              <a:ext uri="{FF2B5EF4-FFF2-40B4-BE49-F238E27FC236}">
                <a16:creationId xmlns:a16="http://schemas.microsoft.com/office/drawing/2014/main" id="{D12CF4AE-CAEF-1F15-811C-B4D91950B28F}"/>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descr="A green and black sign&#10;&#10;AI-generated content may be incorrect.">
            <a:extLst>
              <a:ext uri="{FF2B5EF4-FFF2-40B4-BE49-F238E27FC236}">
                <a16:creationId xmlns:a16="http://schemas.microsoft.com/office/drawing/2014/main" id="{70B81025-8011-AF0A-9002-AFAEB19F1CCE}"/>
              </a:ext>
            </a:extLst>
          </p:cNvPr>
          <p:cNvPicPr>
            <a:picLocks noChangeAspect="1"/>
          </p:cNvPicPr>
          <p:nvPr/>
        </p:nvPicPr>
        <p:blipFill>
          <a:blip r:embed="rId4"/>
          <a:stretch>
            <a:fillRect/>
          </a:stretch>
        </p:blipFill>
        <p:spPr>
          <a:xfrm>
            <a:off x="50222" y="68406"/>
            <a:ext cx="789277" cy="2489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laceHolder 1">
            <a:extLst>
              <a:ext uri="{FF2B5EF4-FFF2-40B4-BE49-F238E27FC236}">
                <a16:creationId xmlns:a16="http://schemas.microsoft.com/office/drawing/2014/main" id="{753BCF46-AC64-909A-DA6F-CA4134D8CB73}"/>
              </a:ext>
            </a:extLst>
          </p:cNvPr>
          <p:cNvSpPr>
            <a:spLocks noGrp="1"/>
          </p:cNvSpPr>
          <p:nvPr>
            <p:ph type="title"/>
          </p:nvPr>
        </p:nvSpPr>
        <p:spPr>
          <a:xfrm>
            <a:off x="919498" y="399282"/>
            <a:ext cx="5419440" cy="884432"/>
          </a:xfrm>
          <a:prstGeom prst="rect">
            <a:avLst/>
          </a:prstGeom>
          <a:noFill/>
          <a:ln w="0">
            <a:noFill/>
          </a:ln>
        </p:spPr>
        <p:txBody>
          <a:bodyPr lIns="91440" tIns="91440" rIns="91440" bIns="91440" anchor="b">
            <a:normAutofit/>
          </a:bodyPr>
          <a:lstStyle/>
          <a:p>
            <a:pPr>
              <a:lnSpc>
                <a:spcPct val="100000"/>
              </a:lnSpc>
              <a:tabLst>
                <a:tab pos="0" algn="l"/>
              </a:tabLst>
            </a:pPr>
            <a:r>
              <a:rPr lang="en-US" sz="3000" b="1" dirty="0">
                <a:solidFill>
                  <a:schemeClr val="dk1"/>
                </a:solidFill>
                <a:latin typeface="Montserrat"/>
              </a:rPr>
              <a:t>Workflow</a:t>
            </a:r>
            <a:endParaRPr lang="en-US" sz="3000" b="1" u="none" strike="noStrike" dirty="0">
              <a:solidFill>
                <a:schemeClr val="dk1"/>
              </a:solidFill>
              <a:effectLst/>
              <a:uFillTx/>
              <a:latin typeface="Montserrat"/>
            </a:endParaRPr>
          </a:p>
        </p:txBody>
      </p:sp>
      <p:sp>
        <p:nvSpPr>
          <p:cNvPr id="7" name="PlaceHolder 2">
            <a:extLst>
              <a:ext uri="{FF2B5EF4-FFF2-40B4-BE49-F238E27FC236}">
                <a16:creationId xmlns:a16="http://schemas.microsoft.com/office/drawing/2014/main" id="{FA370AF2-E41D-B370-4820-B33C9F3D5E35}"/>
              </a:ext>
            </a:extLst>
          </p:cNvPr>
          <p:cNvSpPr txBox="1">
            <a:spLocks/>
          </p:cNvSpPr>
          <p:nvPr/>
        </p:nvSpPr>
        <p:spPr>
          <a:xfrm>
            <a:off x="843147" y="1287971"/>
            <a:ext cx="7060663" cy="3507504"/>
          </a:xfrm>
          <a:prstGeom prst="rect">
            <a:avLst/>
          </a:prstGeom>
          <a:noFill/>
          <a:ln w="0">
            <a:noFill/>
          </a:ln>
        </p:spPr>
        <p:txBody>
          <a:bodyPr lIns="91440" tIns="91440" rIns="91440" bIns="9144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28600" indent="-228600">
              <a:buAutoNum type="arabicPeriod"/>
              <a:tabLst>
                <a:tab pos="0" algn="l"/>
              </a:tabLst>
            </a:pPr>
            <a:r>
              <a:rPr lang="en-US" sz="1000" b="1" dirty="0">
                <a:solidFill>
                  <a:srgbClr val="FFFFFF"/>
                </a:solidFill>
                <a:latin typeface="Merriweather"/>
                <a:cs typeface="Arial"/>
              </a:rPr>
              <a:t>Data collection</a:t>
            </a:r>
            <a:endParaRPr lang="en-US" sz="1000">
              <a:solidFill>
                <a:srgbClr val="FFFFFF"/>
              </a:solidFill>
              <a:cs typeface="Arial"/>
            </a:endParaRPr>
          </a:p>
          <a:p>
            <a:pPr marL="228600" indent="-228600">
              <a:buAutoNum type="arabicPeriod"/>
              <a:tabLst>
                <a:tab pos="0" algn="l"/>
              </a:tabLst>
            </a:pPr>
            <a:r>
              <a:rPr lang="en-US" sz="1000" b="1" dirty="0">
                <a:solidFill>
                  <a:srgbClr val="FFFFFF"/>
                </a:solidFill>
                <a:latin typeface="Merriweather"/>
                <a:cs typeface="Arial"/>
              </a:rPr>
              <a:t>Preprocessing</a:t>
            </a:r>
            <a:endParaRPr lang="en-US" sz="1000" dirty="0">
              <a:cs typeface="Arial"/>
            </a:endParaRPr>
          </a:p>
          <a:p>
            <a:pPr lvl="1">
              <a:tabLst>
                <a:tab pos="0" algn="l"/>
              </a:tabLst>
            </a:pPr>
            <a:r>
              <a:rPr lang="en-US" sz="1000" dirty="0">
                <a:latin typeface="Roboto"/>
                <a:ea typeface="Roboto"/>
                <a:cs typeface="Roboto"/>
              </a:rPr>
              <a:t>a</a:t>
            </a:r>
            <a:r>
              <a:rPr lang="en-US" sz="1000" dirty="0">
                <a:solidFill>
                  <a:srgbClr val="FFFFFF"/>
                </a:solidFill>
                <a:latin typeface="Roboto"/>
                <a:ea typeface="Roboto"/>
                <a:cs typeface="Roboto"/>
              </a:rPr>
              <a:t>.</a:t>
            </a:r>
            <a:r>
              <a:rPr lang="en-US" sz="1000" dirty="0">
                <a:solidFill>
                  <a:schemeClr val="tx1">
                    <a:lumMod val="85000"/>
                  </a:schemeClr>
                </a:solidFill>
                <a:latin typeface="Roboto"/>
                <a:ea typeface="Roboto"/>
                <a:cs typeface="Roboto"/>
              </a:rPr>
              <a:t> DATA CHECKING</a:t>
            </a:r>
            <a:endParaRPr lang="en-US" sz="1000" dirty="0">
              <a:solidFill>
                <a:schemeClr val="tx1">
                  <a:lumMod val="85000"/>
                </a:schemeClr>
              </a:solidFill>
              <a:cs typeface="Arial"/>
            </a:endParaRPr>
          </a:p>
          <a:p>
            <a:pPr lvl="1">
              <a:tabLst>
                <a:tab pos="0" algn="l"/>
              </a:tabLst>
            </a:pPr>
            <a:r>
              <a:rPr lang="en-US" sz="1000" dirty="0">
                <a:solidFill>
                  <a:schemeClr val="tx1">
                    <a:lumMod val="85000"/>
                  </a:schemeClr>
                </a:solidFill>
                <a:latin typeface="Roboto"/>
                <a:ea typeface="Roboto"/>
                <a:cs typeface="Roboto"/>
              </a:rPr>
              <a:t>b. DATA CLEANING</a:t>
            </a:r>
            <a:endParaRPr lang="en-US" sz="1000" dirty="0">
              <a:solidFill>
                <a:schemeClr val="tx1">
                  <a:lumMod val="85000"/>
                </a:schemeClr>
              </a:solidFill>
              <a:cs typeface="Arial"/>
            </a:endParaRPr>
          </a:p>
          <a:p>
            <a:pPr lvl="1">
              <a:tabLst>
                <a:tab pos="0" algn="l"/>
              </a:tabLst>
            </a:pPr>
            <a:r>
              <a:rPr lang="en-US" sz="1000" dirty="0">
                <a:solidFill>
                  <a:schemeClr val="tx1">
                    <a:lumMod val="85000"/>
                  </a:schemeClr>
                </a:solidFill>
                <a:latin typeface="Roboto"/>
                <a:ea typeface="Roboto"/>
                <a:cs typeface="Roboto"/>
              </a:rPr>
              <a:t>c. VERIFY FEATURE UNIT</a:t>
            </a:r>
            <a:endParaRPr lang="en-US" sz="1000" dirty="0">
              <a:solidFill>
                <a:schemeClr val="tx1">
                  <a:lumMod val="85000"/>
                </a:schemeClr>
              </a:solidFill>
              <a:latin typeface="Arial"/>
              <a:ea typeface="Roboto"/>
              <a:cs typeface="Arial"/>
            </a:endParaRPr>
          </a:p>
          <a:p>
            <a:pPr lvl="1">
              <a:tabLst>
                <a:tab pos="0" algn="l"/>
              </a:tabLst>
            </a:pPr>
            <a:r>
              <a:rPr lang="en-US" sz="1000" dirty="0">
                <a:solidFill>
                  <a:schemeClr val="tx1">
                    <a:lumMod val="85000"/>
                  </a:schemeClr>
                </a:solidFill>
                <a:latin typeface="Roboto"/>
                <a:ea typeface="Roboto"/>
                <a:cs typeface="Roboto"/>
              </a:rPr>
              <a:t>d. UNIT CONVERSION</a:t>
            </a:r>
            <a:endParaRPr lang="en-US" sz="1000" dirty="0">
              <a:solidFill>
                <a:schemeClr val="tx1">
                  <a:lumMod val="85000"/>
                </a:schemeClr>
              </a:solidFill>
              <a:cs typeface="Arial"/>
            </a:endParaRPr>
          </a:p>
          <a:p>
            <a:pPr lvl="1">
              <a:tabLst>
                <a:tab pos="0" algn="l"/>
              </a:tabLst>
            </a:pPr>
            <a:r>
              <a:rPr lang="en-US" sz="1000" dirty="0">
                <a:solidFill>
                  <a:schemeClr val="tx1">
                    <a:lumMod val="85000"/>
                  </a:schemeClr>
                </a:solidFill>
                <a:latin typeface="Roboto"/>
                <a:ea typeface="Roboto"/>
                <a:cs typeface="Roboto"/>
              </a:rPr>
              <a:t>e. EDA</a:t>
            </a:r>
            <a:endParaRPr lang="en-US" sz="1000" dirty="0">
              <a:solidFill>
                <a:schemeClr val="tx1">
                  <a:lumMod val="85000"/>
                </a:schemeClr>
              </a:solidFill>
              <a:cs typeface="Arial"/>
            </a:endParaRPr>
          </a:p>
          <a:p>
            <a:pPr lvl="1">
              <a:tabLst>
                <a:tab pos="0" algn="l"/>
              </a:tabLst>
            </a:pPr>
            <a:r>
              <a:rPr lang="en-US" sz="1000" dirty="0">
                <a:solidFill>
                  <a:schemeClr val="tx1">
                    <a:lumMod val="85000"/>
                  </a:schemeClr>
                </a:solidFill>
                <a:latin typeface="Roboto"/>
                <a:ea typeface="Roboto"/>
                <a:cs typeface="Roboto"/>
              </a:rPr>
              <a:t>f.  FEATURE ENGINEERING</a:t>
            </a:r>
            <a:endParaRPr lang="en-US" sz="1000" dirty="0">
              <a:solidFill>
                <a:schemeClr val="tx1">
                  <a:lumMod val="85000"/>
                </a:schemeClr>
              </a:solidFill>
              <a:cs typeface="Arial"/>
            </a:endParaRPr>
          </a:p>
          <a:p>
            <a:pPr lvl="1">
              <a:tabLst>
                <a:tab pos="0" algn="l"/>
              </a:tabLst>
            </a:pPr>
            <a:r>
              <a:rPr lang="en-US" sz="1000" dirty="0">
                <a:solidFill>
                  <a:schemeClr val="tx1">
                    <a:lumMod val="85000"/>
                  </a:schemeClr>
                </a:solidFill>
                <a:latin typeface="Roboto"/>
                <a:ea typeface="Roboto"/>
                <a:cs typeface="Roboto"/>
              </a:rPr>
              <a:t>g.    ENCODING TARGET</a:t>
            </a:r>
            <a:endParaRPr lang="en-US" sz="1000" dirty="0">
              <a:solidFill>
                <a:schemeClr val="tx1">
                  <a:lumMod val="85000"/>
                </a:schemeClr>
              </a:solidFill>
              <a:cs typeface="Arial"/>
            </a:endParaRPr>
          </a:p>
          <a:p>
            <a:pPr lvl="1">
              <a:tabLst>
                <a:tab pos="0" algn="l"/>
              </a:tabLst>
            </a:pPr>
            <a:r>
              <a:rPr lang="en-US" sz="1000" dirty="0">
                <a:solidFill>
                  <a:schemeClr val="tx1">
                    <a:lumMod val="85000"/>
                  </a:schemeClr>
                </a:solidFill>
                <a:latin typeface="Roboto"/>
                <a:ea typeface="Roboto"/>
                <a:cs typeface="Roboto"/>
              </a:rPr>
              <a:t>h.    TRAIN/TEST SPLIT </a:t>
            </a:r>
            <a:endParaRPr lang="en-US" sz="1000" dirty="0">
              <a:solidFill>
                <a:schemeClr val="tx1">
                  <a:lumMod val="85000"/>
                </a:schemeClr>
              </a:solidFill>
              <a:cs typeface="Arial"/>
            </a:endParaRPr>
          </a:p>
          <a:p>
            <a:pPr marL="685800" lvl="1" indent="-228600">
              <a:buAutoNum type="romanLcPeriod"/>
              <a:tabLst>
                <a:tab pos="0" algn="l"/>
              </a:tabLst>
            </a:pPr>
            <a:r>
              <a:rPr lang="en-US" sz="1000" dirty="0">
                <a:solidFill>
                  <a:schemeClr val="tx1">
                    <a:lumMod val="85000"/>
                  </a:schemeClr>
                </a:solidFill>
                <a:latin typeface="Roboto"/>
                <a:ea typeface="Roboto"/>
                <a:cs typeface="Roboto"/>
              </a:rPr>
              <a:t>SCALING</a:t>
            </a:r>
            <a:endParaRPr lang="en-US" sz="1000" dirty="0">
              <a:solidFill>
                <a:schemeClr val="tx1">
                  <a:lumMod val="85000"/>
                </a:schemeClr>
              </a:solidFill>
              <a:cs typeface="Arial"/>
            </a:endParaRPr>
          </a:p>
          <a:p>
            <a:pPr marL="228600" indent="-228600">
              <a:buAutoNum type="arabicPeriod"/>
              <a:tabLst>
                <a:tab pos="0" algn="l"/>
              </a:tabLst>
            </a:pPr>
            <a:r>
              <a:rPr lang="en-US" sz="1000" b="1" dirty="0">
                <a:solidFill>
                  <a:srgbClr val="FFFFFF"/>
                </a:solidFill>
                <a:latin typeface="Merriweather"/>
                <a:cs typeface="Arial"/>
              </a:rPr>
              <a:t>Train model</a:t>
            </a:r>
            <a:endParaRPr lang="en-US" sz="1000">
              <a:solidFill>
                <a:srgbClr val="FFFFFF"/>
              </a:solidFill>
              <a:cs typeface="Arial"/>
            </a:endParaRPr>
          </a:p>
          <a:p>
            <a:pPr marL="228600" indent="-228600">
              <a:buAutoNum type="arabicPeriod"/>
              <a:tabLst>
                <a:tab pos="0" algn="l"/>
              </a:tabLst>
            </a:pPr>
            <a:r>
              <a:rPr lang="en-US" sz="1000" b="1" dirty="0">
                <a:solidFill>
                  <a:srgbClr val="FFFFFF"/>
                </a:solidFill>
                <a:latin typeface="Merriweather"/>
                <a:cs typeface="Arial"/>
              </a:rPr>
              <a:t>Hyperparameter tuning</a:t>
            </a:r>
            <a:endParaRPr lang="en-US" sz="1000">
              <a:solidFill>
                <a:srgbClr val="FFFFFF"/>
              </a:solidFill>
              <a:cs typeface="Arial"/>
            </a:endParaRPr>
          </a:p>
          <a:p>
            <a:pPr marL="228600" indent="-228600">
              <a:buAutoNum type="arabicPeriod"/>
              <a:tabLst>
                <a:tab pos="0" algn="l"/>
              </a:tabLst>
            </a:pPr>
            <a:r>
              <a:rPr lang="en-US" sz="1000" b="1" dirty="0">
                <a:solidFill>
                  <a:srgbClr val="FFFFFF"/>
                </a:solidFill>
                <a:latin typeface="Merriweather"/>
                <a:cs typeface="Arial"/>
              </a:rPr>
              <a:t>Evaluate and compare</a:t>
            </a:r>
            <a:endParaRPr lang="en-US" sz="1000">
              <a:solidFill>
                <a:srgbClr val="FFFFFF"/>
              </a:solidFill>
              <a:cs typeface="Arial"/>
            </a:endParaRPr>
          </a:p>
          <a:p>
            <a:pPr marL="685800" lvl="1" indent="-228600">
              <a:buAutoNum type="romanLcPeriod"/>
              <a:tabLst>
                <a:tab pos="0" algn="l"/>
              </a:tabLst>
            </a:pPr>
            <a:r>
              <a:rPr lang="en-US" sz="1000" dirty="0">
                <a:solidFill>
                  <a:schemeClr val="tx1">
                    <a:lumMod val="85000"/>
                  </a:schemeClr>
                </a:solidFill>
                <a:latin typeface="Roboto"/>
                <a:ea typeface="Roboto"/>
                <a:cs typeface="Roboto"/>
              </a:rPr>
              <a:t>CROSS VALIDATION</a:t>
            </a:r>
            <a:endParaRPr lang="en-US" sz="1000" dirty="0">
              <a:solidFill>
                <a:schemeClr val="tx1">
                  <a:lumMod val="85000"/>
                </a:schemeClr>
              </a:solidFill>
              <a:cs typeface="Arial"/>
            </a:endParaRPr>
          </a:p>
          <a:p>
            <a:pPr marL="685800" lvl="1" indent="-228600">
              <a:buAutoNum type="romanLcPeriod"/>
              <a:tabLst>
                <a:tab pos="0" algn="l"/>
              </a:tabLst>
            </a:pPr>
            <a:r>
              <a:rPr lang="en-US" sz="1000" dirty="0">
                <a:solidFill>
                  <a:schemeClr val="tx1">
                    <a:lumMod val="85000"/>
                  </a:schemeClr>
                </a:solidFill>
                <a:latin typeface="Roboto"/>
                <a:ea typeface="Roboto"/>
                <a:cs typeface="Roboto"/>
              </a:rPr>
              <a:t>FINALE TEST EVALUATION</a:t>
            </a:r>
            <a:endParaRPr lang="en-US" sz="1000">
              <a:solidFill>
                <a:schemeClr val="tx1">
                  <a:lumMod val="85000"/>
                </a:schemeClr>
              </a:solidFill>
              <a:cs typeface="Arial"/>
            </a:endParaRPr>
          </a:p>
          <a:p>
            <a:pPr marL="1143000" lvl="2" indent="-228600">
              <a:buAutoNum type="romanLcPeriod"/>
              <a:tabLst>
                <a:tab pos="0" algn="l"/>
              </a:tabLst>
            </a:pPr>
            <a:r>
              <a:rPr lang="en-US" sz="1000" dirty="0">
                <a:solidFill>
                  <a:schemeClr val="tx1">
                    <a:lumMod val="85000"/>
                  </a:schemeClr>
                </a:solidFill>
                <a:latin typeface="Roboto"/>
                <a:ea typeface="Roboto"/>
                <a:cs typeface="Roboto"/>
              </a:rPr>
              <a:t>Confusion matrix of all 5 model with classification report</a:t>
            </a:r>
            <a:endParaRPr lang="en-US" sz="1000">
              <a:solidFill>
                <a:schemeClr val="tx1">
                  <a:lumMod val="85000"/>
                </a:schemeClr>
              </a:solidFill>
              <a:cs typeface="Arial"/>
            </a:endParaRPr>
          </a:p>
          <a:p>
            <a:pPr marL="1143000" lvl="2" indent="-228600">
              <a:buAutoNum type="romanLcPeriod"/>
              <a:tabLst>
                <a:tab pos="0" algn="l"/>
              </a:tabLst>
            </a:pPr>
            <a:r>
              <a:rPr lang="en-US" sz="1000" dirty="0">
                <a:solidFill>
                  <a:schemeClr val="tx1">
                    <a:lumMod val="85000"/>
                  </a:schemeClr>
                </a:solidFill>
                <a:latin typeface="Roboto"/>
                <a:ea typeface="Roboto"/>
                <a:cs typeface="Roboto"/>
              </a:rPr>
              <a:t>Visual representation of confusion matrix</a:t>
            </a:r>
            <a:endParaRPr lang="en-US" sz="1000">
              <a:solidFill>
                <a:schemeClr val="tx1">
                  <a:lumMod val="85000"/>
                </a:schemeClr>
              </a:solidFill>
              <a:cs typeface="Arial"/>
            </a:endParaRPr>
          </a:p>
          <a:p>
            <a:pPr marL="1143000" lvl="2" indent="-228600">
              <a:buAutoNum type="romanLcPeriod"/>
              <a:tabLst>
                <a:tab pos="0" algn="l"/>
              </a:tabLst>
            </a:pPr>
            <a:r>
              <a:rPr lang="en-US" sz="1000" dirty="0">
                <a:solidFill>
                  <a:schemeClr val="tx1">
                    <a:lumMod val="85000"/>
                  </a:schemeClr>
                </a:solidFill>
                <a:latin typeface="Roboto"/>
                <a:ea typeface="Roboto"/>
                <a:cs typeface="Roboto"/>
              </a:rPr>
              <a:t>Classification report for best model</a:t>
            </a:r>
            <a:endParaRPr lang="en-US" sz="1000">
              <a:solidFill>
                <a:schemeClr val="tx1">
                  <a:lumMod val="85000"/>
                </a:schemeClr>
              </a:solidFill>
              <a:cs typeface="Arial"/>
            </a:endParaRPr>
          </a:p>
          <a:p>
            <a:pPr marL="1143000" lvl="2" indent="-228600">
              <a:buAutoNum type="romanLcPeriod"/>
              <a:tabLst>
                <a:tab pos="0" algn="l"/>
              </a:tabLst>
            </a:pPr>
            <a:r>
              <a:rPr lang="en-US" sz="1000" dirty="0">
                <a:solidFill>
                  <a:schemeClr val="tx1">
                    <a:lumMod val="85000"/>
                  </a:schemeClr>
                </a:solidFill>
                <a:latin typeface="Roboto"/>
                <a:ea typeface="Roboto"/>
                <a:cs typeface="Roboto"/>
              </a:rPr>
              <a:t>Test accuracy</a:t>
            </a:r>
            <a:endParaRPr lang="en-US" sz="1000">
              <a:solidFill>
                <a:schemeClr val="tx1">
                  <a:lumMod val="85000"/>
                </a:schemeClr>
              </a:solidFill>
              <a:cs typeface="Arial"/>
            </a:endParaRPr>
          </a:p>
          <a:p>
            <a:pPr marL="685800" lvl="1" indent="-228600">
              <a:buAutoNum type="romanLcPeriod"/>
              <a:tabLst>
                <a:tab pos="0" algn="l"/>
              </a:tabLst>
            </a:pPr>
            <a:r>
              <a:rPr lang="en-US" sz="1000" dirty="0">
                <a:solidFill>
                  <a:schemeClr val="tx1">
                    <a:lumMod val="85000"/>
                  </a:schemeClr>
                </a:solidFill>
                <a:latin typeface="Roboto"/>
                <a:ea typeface="Roboto"/>
                <a:cs typeface="Roboto"/>
              </a:rPr>
              <a:t>FEATURE IMPORTANCE</a:t>
            </a:r>
            <a:endParaRPr lang="en-US" sz="1000" dirty="0">
              <a:solidFill>
                <a:schemeClr val="tx1">
                  <a:lumMod val="85000"/>
                </a:schemeClr>
              </a:solidFill>
              <a:cs typeface="Arial"/>
            </a:endParaRPr>
          </a:p>
          <a:p>
            <a:pPr marL="685800" lvl="1" indent="-228600">
              <a:buAutoNum type="romanLcPeriod"/>
              <a:tabLst>
                <a:tab pos="0" algn="l"/>
              </a:tabLst>
            </a:pPr>
            <a:r>
              <a:rPr lang="en-US" sz="1000" dirty="0">
                <a:solidFill>
                  <a:schemeClr val="tx1">
                    <a:lumMod val="85000"/>
                  </a:schemeClr>
                </a:solidFill>
                <a:latin typeface="Roboto"/>
                <a:ea typeface="Roboto"/>
                <a:cs typeface="Roboto"/>
              </a:rPr>
              <a:t>SCATTER PLOT FOR EVERY </a:t>
            </a:r>
            <a:r>
              <a:rPr lang="en-US" sz="1000" dirty="0" err="1">
                <a:solidFill>
                  <a:schemeClr val="tx1">
                    <a:lumMod val="85000"/>
                  </a:schemeClr>
                </a:solidFill>
                <a:latin typeface="Roboto"/>
                <a:ea typeface="Roboto"/>
                <a:cs typeface="Roboto"/>
              </a:rPr>
              <a:t>MODEl</a:t>
            </a:r>
            <a:br>
              <a:rPr lang="en-US" dirty="0">
                <a:latin typeface="+mj-lt"/>
                <a:ea typeface="+mj-ea"/>
                <a:cs typeface="+mj-cs"/>
              </a:rPr>
            </a:br>
            <a:endParaRPr lang="en-US" sz="1000">
              <a:cs typeface="Arial"/>
            </a:endParaRPr>
          </a:p>
          <a:p>
            <a:pPr marL="228600" indent="-228600" algn="r">
              <a:lnSpc>
                <a:spcPct val="150000"/>
              </a:lnSpc>
              <a:buAutoNum type="arabicPeriod"/>
              <a:tabLst>
                <a:tab pos="0" algn="l"/>
              </a:tabLst>
            </a:pPr>
            <a:endParaRPr lang="en-US" sz="1000" dirty="0">
              <a:solidFill>
                <a:schemeClr val="dk1"/>
              </a:solidFill>
              <a:latin typeface="Actor"/>
              <a:cs typeface="Arial"/>
            </a:endParaRPr>
          </a:p>
        </p:txBody>
      </p:sp>
      <p:cxnSp>
        <p:nvCxnSpPr>
          <p:cNvPr id="9" name="Straight Arrow Connector 8">
            <a:extLst>
              <a:ext uri="{FF2B5EF4-FFF2-40B4-BE49-F238E27FC236}">
                <a16:creationId xmlns:a16="http://schemas.microsoft.com/office/drawing/2014/main" id="{49482CE5-2C77-48D4-0E54-5D6CD1AB7FB9}"/>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12" descr="A green and black sign&#10;&#10;AI-generated content may be incorrect.">
            <a:extLst>
              <a:ext uri="{FF2B5EF4-FFF2-40B4-BE49-F238E27FC236}">
                <a16:creationId xmlns:a16="http://schemas.microsoft.com/office/drawing/2014/main" id="{C592F5B6-4264-7D5E-3ED9-D9C81904D662}"/>
              </a:ext>
            </a:extLst>
          </p:cNvPr>
          <p:cNvPicPr>
            <a:picLocks noChangeAspect="1"/>
          </p:cNvPicPr>
          <p:nvPr/>
        </p:nvPicPr>
        <p:blipFill>
          <a:blip r:embed="rId2"/>
          <a:stretch>
            <a:fillRect/>
          </a:stretch>
        </p:blipFill>
        <p:spPr>
          <a:xfrm>
            <a:off x="50222" y="68406"/>
            <a:ext cx="789277" cy="248949"/>
          </a:xfrm>
          <a:prstGeom prst="rect">
            <a:avLst/>
          </a:prstGeom>
        </p:spPr>
      </p:pic>
    </p:spTree>
    <p:extLst>
      <p:ext uri="{BB962C8B-B14F-4D97-AF65-F5344CB8AC3E}">
        <p14:creationId xmlns:p14="http://schemas.microsoft.com/office/powerpoint/2010/main" val="8581179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PlaceHolder 1"/>
          <p:cNvSpPr>
            <a:spLocks noGrp="1"/>
          </p:cNvSpPr>
          <p:nvPr>
            <p:ph type="title"/>
          </p:nvPr>
        </p:nvSpPr>
        <p:spPr>
          <a:xfrm>
            <a:off x="1015101" y="466740"/>
            <a:ext cx="7900596" cy="819554"/>
          </a:xfrm>
          <a:prstGeom prst="rect">
            <a:avLst/>
          </a:prstGeom>
          <a:noFill/>
          <a:ln w="0">
            <a:noFill/>
          </a:ln>
        </p:spPr>
        <p:txBody>
          <a:bodyPr lIns="91440" tIns="91440" rIns="91440" bIns="91440" anchor="t">
            <a:normAutofit fontScale="90000"/>
          </a:bodyPr>
          <a:lstStyle/>
          <a:p>
            <a:pPr>
              <a:lnSpc>
                <a:spcPct val="100000"/>
              </a:lnSpc>
              <a:tabLst>
                <a:tab pos="0" algn="l"/>
              </a:tabLst>
            </a:pPr>
            <a:r>
              <a:rPr lang="en-US" sz="4000" b="1">
                <a:solidFill>
                  <a:schemeClr val="dk1"/>
                </a:solidFill>
                <a:latin typeface="Montserrat"/>
              </a:rPr>
              <a:t>Data Collection &amp; Description</a:t>
            </a:r>
            <a:endParaRPr lang="en-US" sz="4000" b="1" u="none" strike="noStrike">
              <a:solidFill>
                <a:schemeClr val="dk1"/>
              </a:solidFill>
              <a:effectLst/>
              <a:uFillTx/>
              <a:latin typeface="Montserrat"/>
            </a:endParaRPr>
          </a:p>
        </p:txBody>
      </p:sp>
      <p:sp>
        <p:nvSpPr>
          <p:cNvPr id="732" name="PlaceHolder 2"/>
          <p:cNvSpPr>
            <a:spLocks noGrp="1"/>
          </p:cNvSpPr>
          <p:nvPr>
            <p:ph type="title"/>
          </p:nvPr>
        </p:nvSpPr>
        <p:spPr>
          <a:xfrm>
            <a:off x="1004319" y="158090"/>
            <a:ext cx="1378954" cy="298570"/>
          </a:xfrm>
          <a:prstGeom prst="rect">
            <a:avLst/>
          </a:prstGeom>
          <a:noFill/>
          <a:ln w="12700">
            <a:solidFill>
              <a:schemeClr val="tx1"/>
            </a:solidFill>
          </a:ln>
        </p:spPr>
        <p:txBody>
          <a:bodyPr lIns="91440" tIns="91440" rIns="91440" bIns="91440" anchor="b">
            <a:normAutofit fontScale="90000"/>
          </a:bodyPr>
          <a:lstStyle/>
          <a:p>
            <a:pPr>
              <a:lnSpc>
                <a:spcPct val="100000"/>
              </a:lnSpc>
              <a:tabLst>
                <a:tab pos="0" algn="l"/>
              </a:tabLst>
            </a:pPr>
            <a:r>
              <a:rPr lang="en-US" sz="1100" b="1">
                <a:latin typeface="Calibri"/>
                <a:ea typeface="Calibri"/>
                <a:cs typeface="Calibri"/>
              </a:rPr>
              <a:t>Step 1: data collection</a:t>
            </a:r>
            <a:endParaRPr lang="en-US" sz="1100" b="1" u="none" strike="noStrike">
              <a:effectLst/>
              <a:uFillTx/>
              <a:latin typeface="Calibri"/>
              <a:ea typeface="Calibri"/>
              <a:cs typeface="Calibri"/>
            </a:endParaRPr>
          </a:p>
        </p:txBody>
      </p:sp>
      <p:cxnSp>
        <p:nvCxnSpPr>
          <p:cNvPr id="2" name="Straight Arrow Connector 1">
            <a:extLst>
              <a:ext uri="{FF2B5EF4-FFF2-40B4-BE49-F238E27FC236}">
                <a16:creationId xmlns:a16="http://schemas.microsoft.com/office/drawing/2014/main" id="{A145C441-917A-B3C6-FAAE-324EA6943B6B}"/>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767B5D4-DF7F-B071-4D87-6A1B44743D87}"/>
              </a:ext>
            </a:extLst>
          </p:cNvPr>
          <p:cNvSpPr txBox="1"/>
          <p:nvPr/>
        </p:nvSpPr>
        <p:spPr>
          <a:xfrm>
            <a:off x="842962" y="1514474"/>
            <a:ext cx="2661249"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u="sng">
                <a:solidFill>
                  <a:srgbClr val="000000"/>
                </a:solidFill>
                <a:highlight>
                  <a:srgbClr val="FFFFFF"/>
                </a:highlight>
                <a:latin typeface="Times New Roman"/>
                <a:cs typeface="Times New Roman"/>
              </a:rPr>
              <a:t>SOURCE OF DATA:</a:t>
            </a:r>
            <a:r>
              <a:rPr lang="en-GB" sz="2000">
                <a:solidFill>
                  <a:srgbClr val="000000"/>
                </a:solidFill>
                <a:highlight>
                  <a:srgbClr val="FFFFFF"/>
                </a:highlight>
                <a:latin typeface="Times New Roman"/>
                <a:cs typeface="Times New Roman"/>
              </a:rPr>
              <a:t> </a:t>
            </a:r>
            <a:r>
              <a:rPr lang="en-GB" sz="1600">
                <a:solidFill>
                  <a:srgbClr val="000000"/>
                </a:solidFill>
                <a:highlight>
                  <a:srgbClr val="FFFFFF"/>
                </a:highlight>
                <a:latin typeface="Times New Roman"/>
                <a:cs typeface="Times New Roman"/>
              </a:rPr>
              <a:t> </a:t>
            </a:r>
            <a:endParaRPr lang="en-US"/>
          </a:p>
          <a:p>
            <a:pPr marL="285750" indent="-285750">
              <a:buFont typeface="Arial"/>
              <a:buChar char="•"/>
            </a:pPr>
            <a:r>
              <a:rPr lang="en-GB" sz="1600">
                <a:latin typeface="Times New Roman"/>
                <a:cs typeface="Times New Roman"/>
              </a:rPr>
              <a:t>GitHub</a:t>
            </a:r>
            <a:endParaRPr lang="en-GB"/>
          </a:p>
          <a:p>
            <a:pPr marL="285750" indent="-285750">
              <a:buFont typeface="Arial"/>
              <a:buChar char="•"/>
            </a:pPr>
            <a:endParaRPr lang="en-GB" sz="1600">
              <a:solidFill>
                <a:srgbClr val="FFFFFF"/>
              </a:solidFill>
              <a:latin typeface="Times New Roman"/>
              <a:cs typeface="Times New Roman"/>
            </a:endParaRPr>
          </a:p>
          <a:p>
            <a:r>
              <a:rPr lang="en-US" sz="2000" b="1" u="sng">
                <a:solidFill>
                  <a:srgbClr val="000000"/>
                </a:solidFill>
                <a:highlight>
                  <a:srgbClr val="FFFFFF"/>
                </a:highlight>
                <a:latin typeface="Times New Roman"/>
                <a:cs typeface="Times New Roman"/>
              </a:rPr>
              <a:t>DATASET SIZE:</a:t>
            </a:r>
            <a:r>
              <a:rPr lang="en-US" sz="2000">
                <a:solidFill>
                  <a:srgbClr val="000000"/>
                </a:solidFill>
                <a:highlight>
                  <a:srgbClr val="FFFFFF"/>
                </a:highlight>
                <a:latin typeface="Times New Roman"/>
                <a:cs typeface="Times New Roman"/>
              </a:rPr>
              <a:t> </a:t>
            </a:r>
            <a:endParaRPr lang="en-US"/>
          </a:p>
          <a:p>
            <a:pPr marL="285750" indent="-285750">
              <a:buFont typeface="Arial"/>
              <a:buChar char="•"/>
            </a:pPr>
            <a:r>
              <a:rPr lang="en-US" sz="1600">
                <a:latin typeface="Times New Roman"/>
                <a:cs typeface="Times New Roman"/>
              </a:rPr>
              <a:t>ROWS: 2000 </a:t>
            </a:r>
            <a:endParaRPr lang="en-US">
              <a:cs typeface="Arial"/>
            </a:endParaRPr>
          </a:p>
          <a:p>
            <a:pPr marL="285750" indent="-285750">
              <a:buFont typeface="Arial"/>
              <a:buChar char="•"/>
            </a:pPr>
            <a:r>
              <a:rPr lang="en-US" sz="1600">
                <a:latin typeface="Times New Roman"/>
                <a:cs typeface="Times New Roman"/>
              </a:rPr>
              <a:t>COLUMNS: 21 </a:t>
            </a:r>
            <a:endParaRPr lang="en-US"/>
          </a:p>
          <a:p>
            <a:br>
              <a:rPr lang="en-US"/>
            </a:br>
            <a:endParaRPr lang="en-US">
              <a:cs typeface="Arial"/>
            </a:endParaRPr>
          </a:p>
        </p:txBody>
      </p:sp>
      <p:sp>
        <p:nvSpPr>
          <p:cNvPr id="5" name="TextBox 4">
            <a:extLst>
              <a:ext uri="{FF2B5EF4-FFF2-40B4-BE49-F238E27FC236}">
                <a16:creationId xmlns:a16="http://schemas.microsoft.com/office/drawing/2014/main" id="{91E0265B-F3DA-997F-C86D-407FB7CB257C}"/>
              </a:ext>
            </a:extLst>
          </p:cNvPr>
          <p:cNvSpPr txBox="1"/>
          <p:nvPr/>
        </p:nvSpPr>
        <p:spPr>
          <a:xfrm>
            <a:off x="3886199" y="1507465"/>
            <a:ext cx="2469581" cy="39087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000" b="1" u="sng">
                <a:solidFill>
                  <a:srgbClr val="000000"/>
                </a:solidFill>
                <a:highlight>
                  <a:srgbClr val="FFFFFF"/>
                </a:highlight>
                <a:latin typeface="Times New Roman"/>
                <a:cs typeface="Times New Roman"/>
              </a:rPr>
              <a:t>COLUMN NAME:</a:t>
            </a:r>
            <a:r>
              <a:rPr lang="en-GB" sz="2000">
                <a:solidFill>
                  <a:srgbClr val="000000"/>
                </a:solidFill>
                <a:highlight>
                  <a:srgbClr val="FFFFFF"/>
                </a:highlight>
                <a:latin typeface="Times New Roman"/>
                <a:cs typeface="Times New Roman"/>
              </a:rPr>
              <a:t> </a:t>
            </a:r>
            <a:endParaRPr lang="en-US"/>
          </a:p>
          <a:p>
            <a:pPr marL="285750" indent="-285750">
              <a:buFont typeface="Arial"/>
              <a:buChar char="•"/>
            </a:pPr>
            <a:r>
              <a:rPr lang="en-GB" sz="1600" err="1">
                <a:latin typeface="Times New Roman"/>
                <a:cs typeface="Times New Roman"/>
              </a:rPr>
              <a:t>Battery_power</a:t>
            </a:r>
            <a:r>
              <a:rPr lang="en-GB" sz="1100">
                <a:latin typeface="Libre Franklin"/>
              </a:rPr>
              <a:t> </a:t>
            </a:r>
            <a:r>
              <a:rPr lang="en-GB" sz="1600">
                <a:latin typeface="Times New Roman"/>
                <a:cs typeface="Times New Roman"/>
              </a:rPr>
              <a:t> </a:t>
            </a:r>
            <a:r>
              <a:rPr lang="en-GB">
                <a:latin typeface="Arial"/>
                <a:cs typeface="Arial"/>
              </a:rPr>
              <a:t> </a:t>
            </a:r>
            <a:r>
              <a:rPr lang="en-GB" sz="1600">
                <a:latin typeface="Times New Roman"/>
                <a:cs typeface="Times New Roman"/>
              </a:rPr>
              <a:t>     </a:t>
            </a:r>
          </a:p>
          <a:p>
            <a:pPr marL="285750" indent="-285750">
              <a:buFont typeface="Arial"/>
              <a:buChar char="•"/>
            </a:pPr>
            <a:r>
              <a:rPr lang="en-GB" sz="1600">
                <a:latin typeface="Times New Roman"/>
                <a:cs typeface="Times New Roman"/>
              </a:rPr>
              <a:t>blue </a:t>
            </a:r>
            <a:endParaRPr lang="en-GB">
              <a:cs typeface="Arial"/>
            </a:endParaRPr>
          </a:p>
          <a:p>
            <a:pPr marL="285750" indent="-285750">
              <a:buFont typeface="Arial"/>
              <a:buChar char="•"/>
            </a:pPr>
            <a:r>
              <a:rPr lang="en-GB" sz="1600" err="1">
                <a:latin typeface="Times New Roman"/>
                <a:cs typeface="Times New Roman"/>
              </a:rPr>
              <a:t>clock_speed</a:t>
            </a:r>
            <a:r>
              <a:rPr lang="en-GB" sz="1600">
                <a:latin typeface="Times New Roman"/>
                <a:cs typeface="Times New Roman"/>
              </a:rPr>
              <a:t> </a:t>
            </a:r>
            <a:endParaRPr lang="en-GB">
              <a:cs typeface="Arial"/>
            </a:endParaRPr>
          </a:p>
          <a:p>
            <a:pPr marL="285750" indent="-285750">
              <a:buFont typeface="Arial"/>
              <a:buChar char="•"/>
            </a:pPr>
            <a:r>
              <a:rPr lang="en-GB" sz="1600" err="1">
                <a:latin typeface="Times New Roman"/>
                <a:cs typeface="Times New Roman"/>
              </a:rPr>
              <a:t>dual_sim</a:t>
            </a:r>
            <a:r>
              <a:rPr lang="en-GB" sz="1600">
                <a:latin typeface="Times New Roman"/>
                <a:cs typeface="Times New Roman"/>
              </a:rPr>
              <a:t> </a:t>
            </a:r>
            <a:endParaRPr lang="en-GB">
              <a:cs typeface="Arial"/>
            </a:endParaRPr>
          </a:p>
          <a:p>
            <a:pPr marL="285750" indent="-285750">
              <a:buFont typeface="Arial"/>
              <a:buChar char="•"/>
            </a:pPr>
            <a:r>
              <a:rPr lang="en-GB" sz="1600">
                <a:latin typeface="Times New Roman"/>
                <a:cs typeface="Times New Roman"/>
              </a:rPr>
              <a:t>fc </a:t>
            </a:r>
            <a:endParaRPr lang="en-GB">
              <a:cs typeface="Arial"/>
            </a:endParaRPr>
          </a:p>
          <a:p>
            <a:pPr marL="285750" indent="-285750">
              <a:buFont typeface="Arial"/>
              <a:buChar char="•"/>
            </a:pPr>
            <a:r>
              <a:rPr lang="en-GB" sz="1600" err="1">
                <a:latin typeface="Times New Roman"/>
                <a:cs typeface="Times New Roman"/>
              </a:rPr>
              <a:t>four_g</a:t>
            </a:r>
            <a:r>
              <a:rPr lang="en-GB" sz="1600">
                <a:latin typeface="Times New Roman"/>
                <a:cs typeface="Times New Roman"/>
              </a:rPr>
              <a:t> </a:t>
            </a:r>
            <a:endParaRPr lang="en-GB">
              <a:cs typeface="Arial"/>
            </a:endParaRPr>
          </a:p>
          <a:p>
            <a:pPr marL="285750" indent="-285750">
              <a:buFont typeface="Arial"/>
              <a:buChar char="•"/>
            </a:pPr>
            <a:r>
              <a:rPr lang="en-GB" sz="1600" err="1">
                <a:latin typeface="Times New Roman"/>
                <a:cs typeface="Times New Roman"/>
              </a:rPr>
              <a:t>int_memory</a:t>
            </a:r>
            <a:r>
              <a:rPr lang="en-GB" sz="1600">
                <a:latin typeface="Times New Roman"/>
                <a:cs typeface="Times New Roman"/>
              </a:rPr>
              <a:t> </a:t>
            </a:r>
            <a:endParaRPr lang="en-GB">
              <a:cs typeface="Arial"/>
            </a:endParaRPr>
          </a:p>
          <a:p>
            <a:pPr marL="285750" indent="-285750">
              <a:buFont typeface="Arial"/>
              <a:buChar char="•"/>
            </a:pPr>
            <a:r>
              <a:rPr lang="en-GB" sz="1600" err="1">
                <a:latin typeface="Times New Roman"/>
                <a:cs typeface="Times New Roman"/>
              </a:rPr>
              <a:t>m_dep</a:t>
            </a:r>
            <a:r>
              <a:rPr lang="en-GB" sz="1600">
                <a:latin typeface="Times New Roman"/>
                <a:cs typeface="Times New Roman"/>
              </a:rPr>
              <a:t> </a:t>
            </a:r>
            <a:endParaRPr lang="en-GB">
              <a:cs typeface="Arial"/>
            </a:endParaRPr>
          </a:p>
          <a:p>
            <a:pPr marL="285750" indent="-285750">
              <a:buFont typeface="Arial"/>
              <a:buChar char="•"/>
            </a:pPr>
            <a:r>
              <a:rPr lang="en-GB" sz="1600" err="1">
                <a:latin typeface="Times New Roman"/>
                <a:cs typeface="Times New Roman"/>
              </a:rPr>
              <a:t>mobile_wt</a:t>
            </a:r>
            <a:r>
              <a:rPr lang="en-GB" sz="1600">
                <a:latin typeface="Times New Roman"/>
                <a:cs typeface="Times New Roman"/>
              </a:rPr>
              <a:t> </a:t>
            </a:r>
            <a:endParaRPr lang="en-GB">
              <a:cs typeface="Arial"/>
            </a:endParaRPr>
          </a:p>
          <a:p>
            <a:pPr marL="285750" indent="-285750">
              <a:buFont typeface="Arial"/>
              <a:buChar char="•"/>
            </a:pPr>
            <a:r>
              <a:rPr lang="en-GB" sz="1600" err="1">
                <a:latin typeface="Times New Roman"/>
                <a:cs typeface="Times New Roman"/>
              </a:rPr>
              <a:t>n_cores</a:t>
            </a:r>
            <a:r>
              <a:rPr lang="en-GB" sz="1600">
                <a:latin typeface="Times New Roman"/>
                <a:cs typeface="Times New Roman"/>
              </a:rPr>
              <a:t> </a:t>
            </a:r>
            <a:endParaRPr lang="en-GB">
              <a:cs typeface="Arial"/>
            </a:endParaRPr>
          </a:p>
          <a:p>
            <a:pPr marL="285750" indent="-285750">
              <a:buFont typeface="Arial"/>
              <a:buChar char="•"/>
            </a:pPr>
            <a:r>
              <a:rPr lang="en-GB" sz="1600">
                <a:latin typeface="Times New Roman"/>
                <a:cs typeface="Times New Roman"/>
              </a:rPr>
              <a:t>pc </a:t>
            </a:r>
            <a:endParaRPr lang="en-GB">
              <a:cs typeface="Arial"/>
            </a:endParaRPr>
          </a:p>
          <a:p>
            <a:pPr marL="285750" indent="-285750">
              <a:buFont typeface="Arial"/>
              <a:buChar char="•"/>
            </a:pPr>
            <a:r>
              <a:rPr lang="en-GB" sz="1600" err="1">
                <a:latin typeface="Times New Roman"/>
                <a:cs typeface="Times New Roman"/>
              </a:rPr>
              <a:t>px_height</a:t>
            </a:r>
            <a:r>
              <a:rPr lang="en-GB" sz="1600">
                <a:latin typeface="Times New Roman"/>
                <a:cs typeface="Times New Roman"/>
              </a:rPr>
              <a:t> </a:t>
            </a:r>
            <a:endParaRPr lang="en-GB">
              <a:cs typeface="Arial"/>
            </a:endParaRPr>
          </a:p>
          <a:p>
            <a:pPr marL="285750" indent="-285750">
              <a:buFont typeface="Arial"/>
              <a:buChar char="•"/>
            </a:pPr>
            <a:r>
              <a:rPr lang="en-GB" sz="1600" err="1">
                <a:latin typeface="Times New Roman"/>
                <a:cs typeface="Times New Roman"/>
              </a:rPr>
              <a:t>px_width</a:t>
            </a:r>
            <a:r>
              <a:rPr lang="en-GB" sz="1600">
                <a:latin typeface="Times New Roman"/>
                <a:cs typeface="Times New Roman"/>
              </a:rPr>
              <a:t> </a:t>
            </a:r>
            <a:endParaRPr lang="en-GB">
              <a:cs typeface="Arial"/>
            </a:endParaRPr>
          </a:p>
          <a:p>
            <a:pPr marL="285750" indent="-285750">
              <a:buFont typeface="Arial"/>
              <a:buChar char="•"/>
            </a:pPr>
            <a:endParaRPr lang="en-GB"/>
          </a:p>
        </p:txBody>
      </p:sp>
      <p:sp>
        <p:nvSpPr>
          <p:cNvPr id="6" name="TextBox 5">
            <a:extLst>
              <a:ext uri="{FF2B5EF4-FFF2-40B4-BE49-F238E27FC236}">
                <a16:creationId xmlns:a16="http://schemas.microsoft.com/office/drawing/2014/main" id="{5B5741DD-6947-4644-0DC7-530F77D30B6A}"/>
              </a:ext>
            </a:extLst>
          </p:cNvPr>
          <p:cNvSpPr txBox="1"/>
          <p:nvPr/>
        </p:nvSpPr>
        <p:spPr>
          <a:xfrm>
            <a:off x="5957078" y="1902125"/>
            <a:ext cx="2140428" cy="2616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GB" sz="1600">
                <a:latin typeface="Times New Roman"/>
                <a:cs typeface="Times New Roman"/>
              </a:rPr>
              <a:t>ram </a:t>
            </a:r>
          </a:p>
          <a:p>
            <a:pPr marL="285750" indent="-285750">
              <a:buFont typeface="Arial,Sans-Serif"/>
              <a:buChar char="•"/>
            </a:pPr>
            <a:r>
              <a:rPr lang="en-GB" sz="1600" err="1">
                <a:latin typeface="Times New Roman"/>
                <a:cs typeface="Times New Roman"/>
              </a:rPr>
              <a:t>sc_h</a:t>
            </a:r>
            <a:r>
              <a:rPr lang="en-GB" sz="1600">
                <a:latin typeface="Times New Roman"/>
                <a:cs typeface="Times New Roman"/>
              </a:rPr>
              <a:t> </a:t>
            </a:r>
          </a:p>
          <a:p>
            <a:pPr marL="285750" indent="-285750">
              <a:buFont typeface="Arial,Sans-Serif"/>
              <a:buChar char="•"/>
            </a:pPr>
            <a:r>
              <a:rPr lang="en-GB" sz="1600" err="1">
                <a:latin typeface="Times New Roman"/>
                <a:cs typeface="Times New Roman"/>
              </a:rPr>
              <a:t>sc_w</a:t>
            </a:r>
            <a:r>
              <a:rPr lang="en-GB" sz="1600">
                <a:latin typeface="Times New Roman"/>
                <a:cs typeface="Times New Roman"/>
              </a:rPr>
              <a:t> </a:t>
            </a:r>
          </a:p>
          <a:p>
            <a:pPr marL="285750" indent="-285750">
              <a:buFont typeface="Arial,Sans-Serif"/>
              <a:buChar char="•"/>
            </a:pPr>
            <a:r>
              <a:rPr lang="en-GB" sz="1600" err="1">
                <a:latin typeface="Times New Roman"/>
                <a:cs typeface="Times New Roman"/>
              </a:rPr>
              <a:t>talk_time</a:t>
            </a:r>
            <a:r>
              <a:rPr lang="en-GB" sz="1600">
                <a:latin typeface="Times New Roman"/>
                <a:cs typeface="Times New Roman"/>
              </a:rPr>
              <a:t> </a:t>
            </a:r>
          </a:p>
          <a:p>
            <a:pPr marL="285750" indent="-285750">
              <a:buFont typeface="Arial,Sans-Serif"/>
              <a:buChar char="•"/>
            </a:pPr>
            <a:r>
              <a:rPr lang="en-GB" sz="1600" err="1">
                <a:latin typeface="Times New Roman"/>
                <a:cs typeface="Times New Roman"/>
              </a:rPr>
              <a:t>three_g</a:t>
            </a:r>
            <a:r>
              <a:rPr lang="en-GB" sz="1600">
                <a:latin typeface="Times New Roman"/>
                <a:cs typeface="Times New Roman"/>
              </a:rPr>
              <a:t> </a:t>
            </a:r>
          </a:p>
          <a:p>
            <a:pPr marL="285750" indent="-285750">
              <a:buFont typeface="Arial,Sans-Serif"/>
              <a:buChar char="•"/>
            </a:pPr>
            <a:r>
              <a:rPr lang="en-GB" sz="1600" err="1">
                <a:latin typeface="Times New Roman"/>
                <a:cs typeface="Times New Roman"/>
              </a:rPr>
              <a:t>touch_screen</a:t>
            </a:r>
            <a:r>
              <a:rPr lang="en-GB" sz="1600">
                <a:latin typeface="Times New Roman"/>
                <a:cs typeface="Times New Roman"/>
              </a:rPr>
              <a:t> </a:t>
            </a:r>
          </a:p>
          <a:p>
            <a:pPr marL="285750" indent="-285750">
              <a:buFont typeface="Arial,Sans-Serif"/>
              <a:buChar char="•"/>
            </a:pPr>
            <a:r>
              <a:rPr lang="en-GB" sz="1600" err="1">
                <a:latin typeface="Times New Roman"/>
                <a:cs typeface="Times New Roman"/>
              </a:rPr>
              <a:t>Wifi</a:t>
            </a:r>
            <a:r>
              <a:rPr lang="en-GB" sz="1600">
                <a:latin typeface="Times New Roman"/>
                <a:cs typeface="Times New Roman"/>
              </a:rPr>
              <a:t> </a:t>
            </a:r>
          </a:p>
          <a:p>
            <a:pPr marL="285750" indent="-285750">
              <a:buFont typeface="Arial,Sans-Serif"/>
              <a:buChar char="•"/>
            </a:pPr>
            <a:r>
              <a:rPr lang="en-GB" sz="1600" err="1">
                <a:latin typeface="Times New Roman"/>
                <a:cs typeface="Times New Roman"/>
              </a:rPr>
              <a:t>price_range</a:t>
            </a:r>
            <a:r>
              <a:rPr lang="en-GB" sz="1600">
                <a:latin typeface="Times New Roman"/>
                <a:cs typeface="Times New Roman"/>
              </a:rPr>
              <a:t> (target) </a:t>
            </a:r>
          </a:p>
          <a:p>
            <a:endParaRPr lang="en-GB">
              <a:cs typeface="Arial"/>
            </a:endParaRPr>
          </a:p>
          <a:p>
            <a:pPr algn="l"/>
            <a:endParaRPr lang="en-GB">
              <a:cs typeface="Arial"/>
            </a:endParaRPr>
          </a:p>
        </p:txBody>
      </p:sp>
      <p:pic>
        <p:nvPicPr>
          <p:cNvPr id="7" name="Picture 6" descr="A green and black sign&#10;&#10;AI-generated content may be incorrect.">
            <a:extLst>
              <a:ext uri="{FF2B5EF4-FFF2-40B4-BE49-F238E27FC236}">
                <a16:creationId xmlns:a16="http://schemas.microsoft.com/office/drawing/2014/main" id="{7D596B90-273E-86F3-8AB1-45F4AEA367AE}"/>
              </a:ext>
            </a:extLst>
          </p:cNvPr>
          <p:cNvPicPr>
            <a:picLocks noChangeAspect="1"/>
          </p:cNvPicPr>
          <p:nvPr/>
        </p:nvPicPr>
        <p:blipFill>
          <a:blip r:embed="rId2"/>
          <a:stretch>
            <a:fillRect/>
          </a:stretch>
        </p:blipFill>
        <p:spPr>
          <a:xfrm>
            <a:off x="50222" y="68406"/>
            <a:ext cx="789277" cy="2489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6280933-DECC-289D-340C-86FFC0D11E1A}"/>
              </a:ext>
            </a:extLst>
          </p:cNvPr>
          <p:cNvSpPr txBox="1"/>
          <p:nvPr/>
        </p:nvSpPr>
        <p:spPr>
          <a:xfrm>
            <a:off x="973706" y="113761"/>
            <a:ext cx="2334792"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2: DATA PREPROCESSING</a:t>
            </a:r>
          </a:p>
        </p:txBody>
      </p:sp>
      <p:sp>
        <p:nvSpPr>
          <p:cNvPr id="7" name="TextBox 6">
            <a:extLst>
              <a:ext uri="{FF2B5EF4-FFF2-40B4-BE49-F238E27FC236}">
                <a16:creationId xmlns:a16="http://schemas.microsoft.com/office/drawing/2014/main" id="{F34DFFD9-1C97-C0E8-B312-526CA50C515C}"/>
              </a:ext>
            </a:extLst>
          </p:cNvPr>
          <p:cNvSpPr txBox="1"/>
          <p:nvPr/>
        </p:nvSpPr>
        <p:spPr>
          <a:xfrm>
            <a:off x="973706" y="634850"/>
            <a:ext cx="58293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Data Checking</a:t>
            </a:r>
          </a:p>
        </p:txBody>
      </p:sp>
      <p:sp>
        <p:nvSpPr>
          <p:cNvPr id="8" name="TextBox 7">
            <a:extLst>
              <a:ext uri="{FF2B5EF4-FFF2-40B4-BE49-F238E27FC236}">
                <a16:creationId xmlns:a16="http://schemas.microsoft.com/office/drawing/2014/main" id="{1C9015B8-62C1-DABC-6D10-46FD6C145ABC}"/>
              </a:ext>
            </a:extLst>
          </p:cNvPr>
          <p:cNvSpPr txBox="1"/>
          <p:nvPr/>
        </p:nvSpPr>
        <p:spPr>
          <a:xfrm>
            <a:off x="976671" y="1733100"/>
            <a:ext cx="5172075"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400">
                <a:latin typeface="Times New Roman"/>
                <a:cs typeface="Times New Roman"/>
              </a:rPr>
              <a:t>Purpose of Data Checking: The main purpose of checking missing values and duplicate rows is to ensure that the dataset is </a:t>
            </a:r>
            <a:r>
              <a:rPr lang="en-GB" sz="1400" b="1">
                <a:latin typeface="Times New Roman"/>
                <a:cs typeface="Times New Roman"/>
              </a:rPr>
              <a:t>clean, consistent, and unbiased</a:t>
            </a:r>
            <a:r>
              <a:rPr lang="en-GB" sz="1400">
                <a:latin typeface="Times New Roman"/>
                <a:cs typeface="Times New Roman"/>
              </a:rPr>
              <a:t> before applying preprocessing and model training. </a:t>
            </a:r>
          </a:p>
          <a:p>
            <a:pPr marL="285750" indent="-285750">
              <a:buFont typeface="Arial"/>
              <a:buChar char="•"/>
            </a:pPr>
            <a:r>
              <a:rPr lang="en-GB" sz="1400">
                <a:latin typeface="Times New Roman"/>
                <a:cs typeface="Times New Roman"/>
              </a:rPr>
              <a:t>Checking for Missing Values:</a:t>
            </a:r>
            <a:br>
              <a:rPr lang="en-GB" sz="1400">
                <a:latin typeface="Times New Roman"/>
                <a:cs typeface="Times New Roman"/>
              </a:rPr>
            </a:br>
            <a:r>
              <a:rPr lang="en-GB" sz="1400">
                <a:latin typeface="Times New Roman"/>
                <a:cs typeface="Times New Roman"/>
              </a:rPr>
              <a:t>Missing values can confuse machine learning algorithms and lead to incorrect pattern learning, resulting in poor model accuracy. Therefore, the dataset is examined to detect any null or empty entries. </a:t>
            </a:r>
            <a:endParaRPr lang="en-GB">
              <a:cs typeface="Arial"/>
            </a:endParaRPr>
          </a:p>
          <a:p>
            <a:pPr marL="285750" indent="-285750">
              <a:buFont typeface="Arial"/>
              <a:buChar char="•"/>
            </a:pPr>
            <a:r>
              <a:rPr lang="en-GB" sz="1400">
                <a:latin typeface="Times New Roman"/>
                <a:cs typeface="Times New Roman"/>
              </a:rPr>
              <a:t>Checking for Duplicate Row:                                                Duplicate records can bias the model by repeating the same information multiple times. This may cause overfitting and produce misleading performance results. </a:t>
            </a:r>
            <a:endParaRPr lang="en-GB">
              <a:cs typeface="Arial"/>
            </a:endParaRPr>
          </a:p>
        </p:txBody>
      </p:sp>
      <p:cxnSp>
        <p:nvCxnSpPr>
          <p:cNvPr id="10" name="Straight Arrow Connector 9">
            <a:extLst>
              <a:ext uri="{FF2B5EF4-FFF2-40B4-BE49-F238E27FC236}">
                <a16:creationId xmlns:a16="http://schemas.microsoft.com/office/drawing/2014/main" id="{6CA42244-F408-6C2E-2773-26DED58E0F93}"/>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A green and black sign&#10;&#10;AI-generated content may be incorrect.">
            <a:extLst>
              <a:ext uri="{FF2B5EF4-FFF2-40B4-BE49-F238E27FC236}">
                <a16:creationId xmlns:a16="http://schemas.microsoft.com/office/drawing/2014/main" id="{C8339CAF-19BA-6943-91A4-6B7651C2B76B}"/>
              </a:ext>
            </a:extLst>
          </p:cNvPr>
          <p:cNvPicPr>
            <a:picLocks noChangeAspect="1"/>
          </p:cNvPicPr>
          <p:nvPr/>
        </p:nvPicPr>
        <p:blipFill>
          <a:blip r:embed="rId2"/>
          <a:stretch>
            <a:fillRect/>
          </a:stretch>
        </p:blipFill>
        <p:spPr>
          <a:xfrm>
            <a:off x="50222" y="68406"/>
            <a:ext cx="789277" cy="248949"/>
          </a:xfrm>
          <a:prstGeom prst="rect">
            <a:avLst/>
          </a:prstGeom>
        </p:spPr>
      </p:pic>
    </p:spTree>
    <p:extLst>
      <p:ext uri="{BB962C8B-B14F-4D97-AF65-F5344CB8AC3E}">
        <p14:creationId xmlns:p14="http://schemas.microsoft.com/office/powerpoint/2010/main" val="583250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 name="PlaceHolder 1"/>
          <p:cNvSpPr>
            <a:spLocks noGrp="1"/>
          </p:cNvSpPr>
          <p:nvPr>
            <p:ph type="title"/>
          </p:nvPr>
        </p:nvSpPr>
        <p:spPr>
          <a:xfrm>
            <a:off x="1302664" y="464837"/>
            <a:ext cx="6875147" cy="819734"/>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600" b="1" u="none" strike="noStrike">
                <a:solidFill>
                  <a:schemeClr val="dk1"/>
                </a:solidFill>
                <a:effectLst/>
                <a:uFillTx/>
                <a:latin typeface="Montserrat"/>
                <a:ea typeface="Montserrat"/>
              </a:rPr>
              <a:t>Data Cleaning</a:t>
            </a:r>
            <a:endParaRPr lang="en-US" sz="3600" b="1" u="none" strike="noStrike">
              <a:solidFill>
                <a:schemeClr val="dk1"/>
              </a:solidFill>
              <a:effectLst/>
              <a:uFillTx/>
              <a:latin typeface="Montserrat"/>
            </a:endParaRPr>
          </a:p>
        </p:txBody>
      </p:sp>
      <p:sp>
        <p:nvSpPr>
          <p:cNvPr id="3" name="TextBox 2">
            <a:extLst>
              <a:ext uri="{FF2B5EF4-FFF2-40B4-BE49-F238E27FC236}">
                <a16:creationId xmlns:a16="http://schemas.microsoft.com/office/drawing/2014/main" id="{FC53D13D-936A-2D74-CCF3-A8FE78374CFB}"/>
              </a:ext>
            </a:extLst>
          </p:cNvPr>
          <p:cNvSpPr txBox="1"/>
          <p:nvPr/>
        </p:nvSpPr>
        <p:spPr>
          <a:xfrm>
            <a:off x="973706" y="113761"/>
            <a:ext cx="2334792"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2: DATA PREPROCESSING</a:t>
            </a:r>
          </a:p>
        </p:txBody>
      </p:sp>
      <p:cxnSp>
        <p:nvCxnSpPr>
          <p:cNvPr id="5" name="Straight Arrow Connector 4">
            <a:extLst>
              <a:ext uri="{FF2B5EF4-FFF2-40B4-BE49-F238E27FC236}">
                <a16:creationId xmlns:a16="http://schemas.microsoft.com/office/drawing/2014/main" id="{00589421-9573-D69F-D828-5BF449B6EC97}"/>
              </a:ext>
            </a:extLst>
          </p:cNvPr>
          <p:cNvCxnSpPr/>
          <p:nvPr/>
        </p:nvCxnSpPr>
        <p:spPr>
          <a:xfrm>
            <a:off x="1305553" y="1275630"/>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0422365-D93D-DA65-748F-AD63404EB61F}"/>
              </a:ext>
            </a:extLst>
          </p:cNvPr>
          <p:cNvSpPr txBox="1"/>
          <p:nvPr/>
        </p:nvSpPr>
        <p:spPr>
          <a:xfrm>
            <a:off x="1302858" y="1691854"/>
            <a:ext cx="6113431"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mn-lt"/>
                <a:cs typeface="+mn-lt"/>
              </a:rPr>
              <a:t>Data cleaning is the process correcting or removing </a:t>
            </a:r>
            <a:r>
              <a:rPr lang="en-GB" b="1">
                <a:ea typeface="+mn-lt"/>
                <a:cs typeface="+mn-lt"/>
              </a:rPr>
              <a:t>errors, missing values, duplicates, and inconsistencies</a:t>
            </a:r>
            <a:r>
              <a:rPr lang="en-GB">
                <a:ea typeface="+mn-lt"/>
                <a:cs typeface="+mn-lt"/>
              </a:rPr>
              <a:t> in a dataset to improve data quality.</a:t>
            </a:r>
            <a:endParaRPr lang="en-US">
              <a:ea typeface="+mn-lt"/>
              <a:cs typeface="+mn-lt"/>
            </a:endParaRPr>
          </a:p>
          <a:p>
            <a:r>
              <a:rPr lang="en-GB">
                <a:ea typeface="+mn-lt"/>
                <a:cs typeface="+mn-lt"/>
              </a:rPr>
              <a:t>It ensures that the data is </a:t>
            </a:r>
            <a:r>
              <a:rPr lang="en-GB" b="1">
                <a:ea typeface="+mn-lt"/>
                <a:cs typeface="+mn-lt"/>
              </a:rPr>
              <a:t>accurate, consistent, and suitable</a:t>
            </a:r>
            <a:r>
              <a:rPr lang="en-GB">
                <a:ea typeface="+mn-lt"/>
                <a:cs typeface="+mn-lt"/>
              </a:rPr>
              <a:t> for analysis and machine learning models.</a:t>
            </a:r>
            <a:endParaRPr lang="en-GB"/>
          </a:p>
          <a:p>
            <a:endParaRPr lang="en-GB">
              <a:cs typeface="Arial"/>
            </a:endParaRPr>
          </a:p>
        </p:txBody>
      </p:sp>
      <p:pic>
        <p:nvPicPr>
          <p:cNvPr id="4" name="Picture 3" descr="A green and black sign&#10;&#10;AI-generated content may be incorrect.">
            <a:extLst>
              <a:ext uri="{FF2B5EF4-FFF2-40B4-BE49-F238E27FC236}">
                <a16:creationId xmlns:a16="http://schemas.microsoft.com/office/drawing/2014/main" id="{22838ABC-B763-9AF9-7336-F0636BA90F8F}"/>
              </a:ext>
            </a:extLst>
          </p:cNvPr>
          <p:cNvPicPr>
            <a:picLocks noChangeAspect="1"/>
          </p:cNvPicPr>
          <p:nvPr/>
        </p:nvPicPr>
        <p:blipFill>
          <a:blip r:embed="rId2"/>
          <a:stretch>
            <a:fillRect/>
          </a:stretch>
        </p:blipFill>
        <p:spPr>
          <a:xfrm>
            <a:off x="50222" y="68406"/>
            <a:ext cx="789277" cy="24894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884E8D-DA9C-989D-19D9-15F08CE87255}"/>
              </a:ext>
            </a:extLst>
          </p:cNvPr>
          <p:cNvSpPr txBox="1"/>
          <p:nvPr/>
        </p:nvSpPr>
        <p:spPr>
          <a:xfrm>
            <a:off x="973706" y="113761"/>
            <a:ext cx="2334792"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2: DATA PREPROCESSING</a:t>
            </a:r>
          </a:p>
        </p:txBody>
      </p:sp>
      <p:sp>
        <p:nvSpPr>
          <p:cNvPr id="9" name="PlaceHolder 1">
            <a:extLst>
              <a:ext uri="{FF2B5EF4-FFF2-40B4-BE49-F238E27FC236}">
                <a16:creationId xmlns:a16="http://schemas.microsoft.com/office/drawing/2014/main" id="{FF2004B0-86FC-15AA-D616-E56BC0D32772}"/>
              </a:ext>
            </a:extLst>
          </p:cNvPr>
          <p:cNvSpPr>
            <a:spLocks noGrp="1"/>
          </p:cNvSpPr>
          <p:nvPr>
            <p:ph type="title"/>
          </p:nvPr>
        </p:nvSpPr>
        <p:spPr>
          <a:xfrm>
            <a:off x="971969" y="466740"/>
            <a:ext cx="7900596" cy="819554"/>
          </a:xfrm>
          <a:prstGeom prst="rect">
            <a:avLst/>
          </a:prstGeom>
          <a:noFill/>
          <a:ln w="0">
            <a:noFill/>
          </a:ln>
        </p:spPr>
        <p:txBody>
          <a:bodyPr lIns="91440" tIns="91440" rIns="91440" bIns="91440" anchor="t">
            <a:normAutofit/>
          </a:bodyPr>
          <a:lstStyle/>
          <a:p>
            <a:pPr>
              <a:lnSpc>
                <a:spcPct val="100000"/>
              </a:lnSpc>
              <a:tabLst>
                <a:tab pos="0" algn="l"/>
              </a:tabLst>
            </a:pPr>
            <a:r>
              <a:rPr lang="en-US" sz="4000" b="1">
                <a:solidFill>
                  <a:schemeClr val="dk1"/>
                </a:solidFill>
                <a:latin typeface="Montserrat"/>
              </a:rPr>
              <a:t>Verify Feature Unit</a:t>
            </a:r>
            <a:endParaRPr lang="en-US" sz="4000" b="1" u="none" strike="noStrike">
              <a:solidFill>
                <a:schemeClr val="dk1"/>
              </a:solidFill>
              <a:effectLst/>
              <a:uFillTx/>
              <a:latin typeface="Montserrat"/>
            </a:endParaRPr>
          </a:p>
        </p:txBody>
      </p:sp>
      <p:cxnSp>
        <p:nvCxnSpPr>
          <p:cNvPr id="13" name="Straight Arrow Connector 12">
            <a:extLst>
              <a:ext uri="{FF2B5EF4-FFF2-40B4-BE49-F238E27FC236}">
                <a16:creationId xmlns:a16="http://schemas.microsoft.com/office/drawing/2014/main" id="{71941FA5-FAC1-D2FC-53DD-C2CC6D915125}"/>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34FFFFA-F449-C382-8072-AD664CDA3015}"/>
              </a:ext>
            </a:extLst>
          </p:cNvPr>
          <p:cNvSpPr txBox="1"/>
          <p:nvPr/>
        </p:nvSpPr>
        <p:spPr>
          <a:xfrm>
            <a:off x="1007133" y="1438724"/>
            <a:ext cx="3661374"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solidFill>
                  <a:srgbClr val="FFFFFF"/>
                </a:solidFill>
                <a:latin typeface="Arial"/>
                <a:cs typeface="Arial"/>
              </a:rPr>
              <a:t>Feature unit verification is the process of ensuring that all values within a single feature column are measured using the same unit. While different columns may have different units, a single column must not contain mixed units, as this can confuse the machine learning model and lead to incorrect learning. </a:t>
            </a:r>
            <a:endParaRPr lang="en-US" sz="1400">
              <a:cs typeface="Arial"/>
            </a:endParaRPr>
          </a:p>
          <a:p>
            <a:r>
              <a:rPr lang="en-GB" sz="1400">
                <a:solidFill>
                  <a:srgbClr val="FFFFFF"/>
                </a:solidFill>
                <a:latin typeface="Arial"/>
                <a:cs typeface="Arial"/>
              </a:rPr>
              <a:t>In this project, all numerical feature columns were carefully analysed by examining their value ranges to confirm unit consistency. Features such as RAM, internal memory, battery power, screen resolution, mobile weight, screen dimensions, depth, and clock speed were checked individually.</a:t>
            </a:r>
            <a:endParaRPr lang="en-GB" sz="1400"/>
          </a:p>
        </p:txBody>
      </p:sp>
      <p:pic>
        <p:nvPicPr>
          <p:cNvPr id="16" name="Picture 15" descr="A screenshot of a computer&#10;&#10;AI-generated content may be incorrect.">
            <a:extLst>
              <a:ext uri="{FF2B5EF4-FFF2-40B4-BE49-F238E27FC236}">
                <a16:creationId xmlns:a16="http://schemas.microsoft.com/office/drawing/2014/main" id="{C52B5D70-327E-9A02-281D-8436814D68D8}"/>
              </a:ext>
            </a:extLst>
          </p:cNvPr>
          <p:cNvPicPr>
            <a:picLocks noChangeAspect="1"/>
          </p:cNvPicPr>
          <p:nvPr/>
        </p:nvPicPr>
        <p:blipFill>
          <a:blip r:embed="rId2"/>
          <a:stretch>
            <a:fillRect/>
          </a:stretch>
        </p:blipFill>
        <p:spPr>
          <a:xfrm>
            <a:off x="5065953" y="1388583"/>
            <a:ext cx="2193087" cy="2280070"/>
          </a:xfrm>
          <a:prstGeom prst="rect">
            <a:avLst/>
          </a:prstGeom>
        </p:spPr>
      </p:pic>
      <p:sp>
        <p:nvSpPr>
          <p:cNvPr id="17" name="TextBox 16">
            <a:extLst>
              <a:ext uri="{FF2B5EF4-FFF2-40B4-BE49-F238E27FC236}">
                <a16:creationId xmlns:a16="http://schemas.microsoft.com/office/drawing/2014/main" id="{E47179AE-0BB3-BD58-C046-2D1A856B1847}"/>
              </a:ext>
            </a:extLst>
          </p:cNvPr>
          <p:cNvSpPr txBox="1"/>
          <p:nvPr/>
        </p:nvSpPr>
        <p:spPr>
          <a:xfrm>
            <a:off x="4922033" y="3817426"/>
            <a:ext cx="248068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ea typeface="+mn-lt"/>
                <a:cs typeface="+mn-lt"/>
              </a:rPr>
              <a:t>ram, </a:t>
            </a:r>
            <a:r>
              <a:rPr lang="en-GB" sz="1200" err="1">
                <a:ea typeface="+mn-lt"/>
                <a:cs typeface="+mn-lt"/>
              </a:rPr>
              <a:t>int_memory,battery_power</a:t>
            </a:r>
            <a:r>
              <a:rPr lang="en-GB" sz="1200">
                <a:ea typeface="+mn-lt"/>
                <a:cs typeface="+mn-lt"/>
              </a:rPr>
              <a:t>,</a:t>
            </a:r>
            <a:endParaRPr lang="en-US">
              <a:ea typeface="+mn-lt"/>
              <a:cs typeface="+mn-lt"/>
            </a:endParaRPr>
          </a:p>
          <a:p>
            <a:r>
              <a:rPr lang="en-GB" sz="1200" err="1">
                <a:ea typeface="+mn-lt"/>
                <a:cs typeface="+mn-lt"/>
              </a:rPr>
              <a:t>px_height,px_width,mobile_wt</a:t>
            </a:r>
            <a:r>
              <a:rPr lang="en-GB" sz="1200">
                <a:ea typeface="+mn-lt"/>
                <a:cs typeface="+mn-lt"/>
              </a:rPr>
              <a:t>,</a:t>
            </a:r>
            <a:endParaRPr lang="en-US">
              <a:ea typeface="+mn-lt"/>
              <a:cs typeface="+mn-lt"/>
            </a:endParaRPr>
          </a:p>
          <a:p>
            <a:r>
              <a:rPr lang="en-GB" sz="1200" err="1">
                <a:ea typeface="+mn-lt"/>
                <a:cs typeface="+mn-lt"/>
              </a:rPr>
              <a:t>sc_h,sc_w,m_dep,clock_speed</a:t>
            </a:r>
            <a:r>
              <a:rPr lang="en-GB" sz="1200">
                <a:ea typeface="+mn-lt"/>
                <a:cs typeface="+mn-lt"/>
              </a:rPr>
              <a:t>,</a:t>
            </a:r>
            <a:endParaRPr lang="en-US">
              <a:cs typeface="Arial"/>
            </a:endParaRPr>
          </a:p>
        </p:txBody>
      </p:sp>
      <p:pic>
        <p:nvPicPr>
          <p:cNvPr id="3" name="Picture 2" descr="A green and black sign&#10;&#10;AI-generated content may be incorrect.">
            <a:extLst>
              <a:ext uri="{FF2B5EF4-FFF2-40B4-BE49-F238E27FC236}">
                <a16:creationId xmlns:a16="http://schemas.microsoft.com/office/drawing/2014/main" id="{F7D78F92-5DF6-EAD9-89A3-68B08ABFDDB7}"/>
              </a:ext>
            </a:extLst>
          </p:cNvPr>
          <p:cNvPicPr>
            <a:picLocks noChangeAspect="1"/>
          </p:cNvPicPr>
          <p:nvPr/>
        </p:nvPicPr>
        <p:blipFill>
          <a:blip r:embed="rId3"/>
          <a:stretch>
            <a:fillRect/>
          </a:stretch>
        </p:blipFill>
        <p:spPr>
          <a:xfrm>
            <a:off x="50222" y="68406"/>
            <a:ext cx="789277" cy="248949"/>
          </a:xfrm>
          <a:prstGeom prst="rect">
            <a:avLst/>
          </a:prstGeom>
        </p:spPr>
      </p:pic>
    </p:spTree>
    <p:extLst>
      <p:ext uri="{BB962C8B-B14F-4D97-AF65-F5344CB8AC3E}">
        <p14:creationId xmlns:p14="http://schemas.microsoft.com/office/powerpoint/2010/main" val="2178221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code&#10;&#10;AI-generated content may be incorrect.">
            <a:extLst>
              <a:ext uri="{FF2B5EF4-FFF2-40B4-BE49-F238E27FC236}">
                <a16:creationId xmlns:a16="http://schemas.microsoft.com/office/drawing/2014/main" id="{80BA3428-461F-92D8-C88A-A1D09DDF3892}"/>
              </a:ext>
            </a:extLst>
          </p:cNvPr>
          <p:cNvPicPr>
            <a:picLocks noChangeAspect="1"/>
          </p:cNvPicPr>
          <p:nvPr/>
        </p:nvPicPr>
        <p:blipFill>
          <a:blip r:embed="rId2"/>
          <a:stretch>
            <a:fillRect/>
          </a:stretch>
        </p:blipFill>
        <p:spPr>
          <a:xfrm>
            <a:off x="127149" y="67393"/>
            <a:ext cx="1406285" cy="4642089"/>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9949EC38-F37E-CA37-D9FB-FB25B7D0C456}"/>
              </a:ext>
            </a:extLst>
          </p:cNvPr>
          <p:cNvPicPr>
            <a:picLocks noChangeAspect="1"/>
          </p:cNvPicPr>
          <p:nvPr/>
        </p:nvPicPr>
        <p:blipFill>
          <a:blip r:embed="rId3"/>
          <a:stretch>
            <a:fillRect/>
          </a:stretch>
        </p:blipFill>
        <p:spPr>
          <a:xfrm>
            <a:off x="1646299" y="95969"/>
            <a:ext cx="1398018" cy="4595722"/>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1F2141E6-531F-9F9F-C1B8-332E0039030D}"/>
              </a:ext>
            </a:extLst>
          </p:cNvPr>
          <p:cNvPicPr>
            <a:picLocks noChangeAspect="1"/>
          </p:cNvPicPr>
          <p:nvPr/>
        </p:nvPicPr>
        <p:blipFill>
          <a:blip r:embed="rId4"/>
          <a:stretch>
            <a:fillRect/>
          </a:stretch>
        </p:blipFill>
        <p:spPr>
          <a:xfrm>
            <a:off x="3197795" y="92195"/>
            <a:ext cx="1378968" cy="460327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56D4A4DB-02AA-67E9-6108-96D0AD161326}"/>
              </a:ext>
            </a:extLst>
          </p:cNvPr>
          <p:cNvPicPr>
            <a:picLocks noChangeAspect="1"/>
          </p:cNvPicPr>
          <p:nvPr/>
        </p:nvPicPr>
        <p:blipFill>
          <a:blip r:embed="rId5"/>
          <a:stretch>
            <a:fillRect/>
          </a:stretch>
        </p:blipFill>
        <p:spPr>
          <a:xfrm>
            <a:off x="4669047" y="90937"/>
            <a:ext cx="1444924" cy="4659701"/>
          </a:xfrm>
          <a:prstGeom prst="rect">
            <a:avLst/>
          </a:prstGeom>
        </p:spPr>
      </p:pic>
      <p:pic>
        <p:nvPicPr>
          <p:cNvPr id="11" name="Picture 10" descr="A screen shot of a black and white table&#10;&#10;AI-generated content may be incorrect.">
            <a:extLst>
              <a:ext uri="{FF2B5EF4-FFF2-40B4-BE49-F238E27FC236}">
                <a16:creationId xmlns:a16="http://schemas.microsoft.com/office/drawing/2014/main" id="{0314331E-539D-A8AB-CED2-1C7A9BD94F63}"/>
              </a:ext>
            </a:extLst>
          </p:cNvPr>
          <p:cNvPicPr>
            <a:picLocks noChangeAspect="1"/>
          </p:cNvPicPr>
          <p:nvPr/>
        </p:nvPicPr>
        <p:blipFill>
          <a:blip r:embed="rId6"/>
          <a:stretch>
            <a:fillRect/>
          </a:stretch>
        </p:blipFill>
        <p:spPr>
          <a:xfrm>
            <a:off x="6199337" y="98215"/>
            <a:ext cx="2665203" cy="1895475"/>
          </a:xfrm>
          <a:prstGeom prst="rect">
            <a:avLst/>
          </a:prstGeom>
        </p:spPr>
      </p:pic>
    </p:spTree>
    <p:extLst>
      <p:ext uri="{BB962C8B-B14F-4D97-AF65-F5344CB8AC3E}">
        <p14:creationId xmlns:p14="http://schemas.microsoft.com/office/powerpoint/2010/main" val="918663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BF20C54-6189-DB9B-9431-D3D4DFC84F6F}"/>
              </a:ext>
            </a:extLst>
          </p:cNvPr>
          <p:cNvSpPr txBox="1"/>
          <p:nvPr/>
        </p:nvSpPr>
        <p:spPr>
          <a:xfrm>
            <a:off x="973706" y="113761"/>
            <a:ext cx="2334792"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2: DATA PREPROCESSING</a:t>
            </a:r>
          </a:p>
        </p:txBody>
      </p:sp>
      <p:sp>
        <p:nvSpPr>
          <p:cNvPr id="7" name="PlaceHolder 1">
            <a:extLst>
              <a:ext uri="{FF2B5EF4-FFF2-40B4-BE49-F238E27FC236}">
                <a16:creationId xmlns:a16="http://schemas.microsoft.com/office/drawing/2014/main" id="{C21ABEF6-B54B-2B9A-2A57-32B9FD2F6AFD}"/>
              </a:ext>
            </a:extLst>
          </p:cNvPr>
          <p:cNvSpPr>
            <a:spLocks noGrp="1"/>
          </p:cNvSpPr>
          <p:nvPr>
            <p:ph type="title"/>
          </p:nvPr>
        </p:nvSpPr>
        <p:spPr>
          <a:xfrm>
            <a:off x="1241544" y="606919"/>
            <a:ext cx="6196880" cy="679375"/>
          </a:xfrm>
          <a:prstGeom prst="rect">
            <a:avLst/>
          </a:prstGeom>
          <a:noFill/>
          <a:ln w="0">
            <a:noFill/>
          </a:ln>
        </p:spPr>
        <p:txBody>
          <a:bodyPr lIns="91440" tIns="91440" rIns="91440" bIns="91440" anchor="t">
            <a:normAutofit/>
          </a:bodyPr>
          <a:lstStyle/>
          <a:p>
            <a:pPr>
              <a:tabLst>
                <a:tab pos="0" algn="l"/>
              </a:tabLst>
            </a:pPr>
            <a:r>
              <a:rPr lang="en-US" sz="3600" b="1">
                <a:solidFill>
                  <a:srgbClr val="E3E3E3"/>
                </a:solidFill>
                <a:cs typeface="Arial"/>
              </a:rPr>
              <a:t>Unit Conversation</a:t>
            </a:r>
            <a:endParaRPr lang="en-US"/>
          </a:p>
          <a:p>
            <a:pPr>
              <a:lnSpc>
                <a:spcPct val="100000"/>
              </a:lnSpc>
              <a:tabLst>
                <a:tab pos="0" algn="l"/>
              </a:tabLst>
            </a:pPr>
            <a:endParaRPr lang="en-US" sz="4000" b="1" u="none" strike="noStrike">
              <a:solidFill>
                <a:schemeClr val="dk1"/>
              </a:solidFill>
              <a:effectLst/>
              <a:uFillTx/>
              <a:latin typeface="Montserrat"/>
            </a:endParaRPr>
          </a:p>
        </p:txBody>
      </p:sp>
      <p:cxnSp>
        <p:nvCxnSpPr>
          <p:cNvPr id="9" name="Straight Arrow Connector 8">
            <a:extLst>
              <a:ext uri="{FF2B5EF4-FFF2-40B4-BE49-F238E27FC236}">
                <a16:creationId xmlns:a16="http://schemas.microsoft.com/office/drawing/2014/main" id="{3DE2BEB1-143A-3DE8-9F84-18405A8775DA}"/>
              </a:ext>
            </a:extLst>
          </p:cNvPr>
          <p:cNvCxnSpPr/>
          <p:nvPr/>
        </p:nvCxnSpPr>
        <p:spPr>
          <a:xfrm>
            <a:off x="1305553" y="1275630"/>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3B5FBBD4-F546-D69C-D022-228174503268}"/>
              </a:ext>
            </a:extLst>
          </p:cNvPr>
          <p:cNvSpPr txBox="1"/>
          <p:nvPr/>
        </p:nvSpPr>
        <p:spPr>
          <a:xfrm>
            <a:off x="4413755" y="1613251"/>
            <a:ext cx="4016604" cy="2816156"/>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solidFill>
                  <a:srgbClr val="E3E3E3"/>
                </a:solidFill>
                <a:ea typeface="+mn-lt"/>
                <a:cs typeface="+mn-lt"/>
              </a:rPr>
              <a:t>A) Overwrite original RAM column</a:t>
            </a:r>
            <a:endParaRPr lang="en-US"/>
          </a:p>
          <a:p>
            <a:r>
              <a:rPr lang="en-GB" sz="1100" err="1">
                <a:solidFill>
                  <a:srgbClr val="D4D4D4"/>
                </a:solidFill>
                <a:latin typeface="Consolas"/>
                <a:cs typeface="Arial"/>
              </a:rPr>
              <a:t>df</a:t>
            </a:r>
            <a:r>
              <a:rPr lang="en-GB" sz="1100">
                <a:solidFill>
                  <a:srgbClr val="DCDCDC"/>
                </a:solidFill>
                <a:latin typeface="Consolas"/>
                <a:cs typeface="Arial"/>
              </a:rPr>
              <a:t>[</a:t>
            </a:r>
            <a:r>
              <a:rPr lang="en-GB" sz="1100">
                <a:solidFill>
                  <a:srgbClr val="CE9178"/>
                </a:solidFill>
                <a:latin typeface="Consolas"/>
                <a:cs typeface="Arial"/>
              </a:rPr>
              <a:t>'ram'</a:t>
            </a:r>
            <a:r>
              <a:rPr lang="en-GB" sz="1100">
                <a:solidFill>
                  <a:srgbClr val="DCDCDC"/>
                </a:solidFill>
                <a:latin typeface="Consolas"/>
                <a:cs typeface="Arial"/>
              </a:rPr>
              <a:t>]</a:t>
            </a:r>
            <a:r>
              <a:rPr lang="en-GB" sz="1100">
                <a:solidFill>
                  <a:srgbClr val="D4D4D4"/>
                </a:solidFill>
                <a:latin typeface="Consolas"/>
                <a:cs typeface="Arial"/>
              </a:rPr>
              <a:t> = </a:t>
            </a:r>
            <a:r>
              <a:rPr lang="en-GB" sz="1100" err="1">
                <a:solidFill>
                  <a:srgbClr val="D4D4D4"/>
                </a:solidFill>
                <a:latin typeface="Consolas"/>
                <a:cs typeface="Arial"/>
              </a:rPr>
              <a:t>df</a:t>
            </a:r>
            <a:r>
              <a:rPr lang="en-GB" sz="1100">
                <a:solidFill>
                  <a:srgbClr val="DCDCDC"/>
                </a:solidFill>
                <a:latin typeface="Consolas"/>
                <a:cs typeface="Arial"/>
              </a:rPr>
              <a:t>[</a:t>
            </a:r>
            <a:r>
              <a:rPr lang="en-GB" sz="1100">
                <a:solidFill>
                  <a:srgbClr val="CE9178"/>
                </a:solidFill>
                <a:latin typeface="Consolas"/>
                <a:cs typeface="Arial"/>
              </a:rPr>
              <a:t>'ram'</a:t>
            </a:r>
            <a:r>
              <a:rPr lang="en-GB" sz="1100">
                <a:solidFill>
                  <a:srgbClr val="DCDCDC"/>
                </a:solidFill>
                <a:latin typeface="Consolas"/>
                <a:cs typeface="Arial"/>
              </a:rPr>
              <a:t>]</a:t>
            </a:r>
            <a:r>
              <a:rPr lang="en-GB" sz="1100">
                <a:solidFill>
                  <a:srgbClr val="D4D4D4"/>
                </a:solidFill>
                <a:latin typeface="Consolas"/>
                <a:cs typeface="Arial"/>
              </a:rPr>
              <a:t> / </a:t>
            </a:r>
            <a:r>
              <a:rPr lang="en-GB" sz="1100">
                <a:solidFill>
                  <a:srgbClr val="B5CEA8"/>
                </a:solidFill>
                <a:latin typeface="Consolas"/>
                <a:cs typeface="Arial"/>
              </a:rPr>
              <a:t>1024</a:t>
            </a:r>
            <a:endParaRPr lang="en-GB" sz="1100">
              <a:solidFill>
                <a:srgbClr val="E3E3E3"/>
              </a:solidFill>
              <a:latin typeface="Consolas"/>
              <a:cs typeface="Arial"/>
            </a:endParaRPr>
          </a:p>
          <a:p>
            <a:r>
              <a:rPr lang="en-GB" sz="1200">
                <a:solidFill>
                  <a:srgbClr val="E3E3E3"/>
                </a:solidFill>
                <a:ea typeface="+mn-lt"/>
                <a:cs typeface="+mn-lt"/>
              </a:rPr>
              <a:t>Result:</a:t>
            </a:r>
            <a:endParaRPr lang="en-GB"/>
          </a:p>
          <a:p>
            <a:pPr marL="285750" indent="-285750">
              <a:buFont typeface="Arial"/>
              <a:buChar char="•"/>
            </a:pPr>
            <a:r>
              <a:rPr lang="en-GB" sz="1200">
                <a:solidFill>
                  <a:srgbClr val="E3E3E3"/>
                </a:solidFill>
                <a:latin typeface="monospace"/>
                <a:cs typeface="Arial"/>
              </a:rPr>
              <a:t>ram</a:t>
            </a:r>
            <a:r>
              <a:rPr lang="en-GB" sz="1200">
                <a:solidFill>
                  <a:srgbClr val="E3E3E3"/>
                </a:solidFill>
                <a:ea typeface="+mn-lt"/>
                <a:cs typeface="+mn-lt"/>
              </a:rPr>
              <a:t> becomes </a:t>
            </a:r>
            <a:r>
              <a:rPr lang="en-GB" sz="1200" b="1">
                <a:solidFill>
                  <a:srgbClr val="E3E3E3"/>
                </a:solidFill>
                <a:ea typeface="+mn-lt"/>
                <a:cs typeface="+mn-lt"/>
              </a:rPr>
              <a:t>GB</a:t>
            </a:r>
            <a:endParaRPr lang="en-GB">
              <a:cs typeface="Arial"/>
            </a:endParaRPr>
          </a:p>
          <a:p>
            <a:pPr marL="285750" indent="-285750">
              <a:buFont typeface="Arial"/>
              <a:buChar char="•"/>
            </a:pPr>
            <a:r>
              <a:rPr lang="en-GB" sz="1200">
                <a:solidFill>
                  <a:srgbClr val="E3E3E3"/>
                </a:solidFill>
                <a:ea typeface="+mn-lt"/>
                <a:cs typeface="+mn-lt"/>
              </a:rPr>
              <a:t>No extra column created</a:t>
            </a:r>
            <a:endParaRPr lang="en-GB">
              <a:cs typeface="Arial"/>
            </a:endParaRPr>
          </a:p>
          <a:p>
            <a:r>
              <a:rPr lang="en-GB" sz="1200">
                <a:solidFill>
                  <a:srgbClr val="E3E3E3"/>
                </a:solidFill>
                <a:ea typeface="+mn-lt"/>
                <a:cs typeface="+mn-lt"/>
              </a:rPr>
              <a:t>✔ Clean ✔ Simple ✔ No confusion ✔ Best for </a:t>
            </a:r>
            <a:r>
              <a:rPr lang="en-GB" sz="1200" err="1">
                <a:solidFill>
                  <a:srgbClr val="E3E3E3"/>
                </a:solidFill>
                <a:ea typeface="+mn-lt"/>
                <a:cs typeface="+mn-lt"/>
              </a:rPr>
              <a:t>modeling</a:t>
            </a:r>
            <a:endParaRPr lang="en-GB">
              <a:cs typeface="Arial"/>
            </a:endParaRPr>
          </a:p>
          <a:p>
            <a:br>
              <a:rPr lang="en-US"/>
            </a:br>
            <a:r>
              <a:rPr lang="en-GB" sz="1200" b="1">
                <a:solidFill>
                  <a:srgbClr val="E3E3E3"/>
                </a:solidFill>
                <a:ea typeface="+mn-lt"/>
                <a:cs typeface="+mn-lt"/>
              </a:rPr>
              <a:t>B) Create new column</a:t>
            </a:r>
            <a:endParaRPr lang="en-GB">
              <a:cs typeface="Arial"/>
            </a:endParaRPr>
          </a:p>
          <a:p>
            <a:r>
              <a:rPr lang="en-GB" sz="1100" err="1">
                <a:solidFill>
                  <a:srgbClr val="D4D4D4"/>
                </a:solidFill>
                <a:latin typeface="Consolas"/>
                <a:cs typeface="Arial"/>
              </a:rPr>
              <a:t>df</a:t>
            </a:r>
            <a:r>
              <a:rPr lang="en-GB" sz="1100">
                <a:solidFill>
                  <a:srgbClr val="DCDCDC"/>
                </a:solidFill>
                <a:latin typeface="Consolas"/>
                <a:cs typeface="Arial"/>
              </a:rPr>
              <a:t>[</a:t>
            </a:r>
            <a:r>
              <a:rPr lang="en-GB" sz="1100">
                <a:solidFill>
                  <a:srgbClr val="CE9178"/>
                </a:solidFill>
                <a:latin typeface="Consolas"/>
                <a:cs typeface="Arial"/>
              </a:rPr>
              <a:t>'</a:t>
            </a:r>
            <a:r>
              <a:rPr lang="en-GB" sz="1100" err="1">
                <a:solidFill>
                  <a:srgbClr val="CE9178"/>
                </a:solidFill>
                <a:latin typeface="Consolas"/>
                <a:cs typeface="Arial"/>
              </a:rPr>
              <a:t>ram_gb</a:t>
            </a:r>
            <a:r>
              <a:rPr lang="en-GB" sz="1100">
                <a:solidFill>
                  <a:srgbClr val="CE9178"/>
                </a:solidFill>
                <a:latin typeface="Consolas"/>
                <a:cs typeface="Arial"/>
              </a:rPr>
              <a:t>'</a:t>
            </a:r>
            <a:r>
              <a:rPr lang="en-GB" sz="1100">
                <a:solidFill>
                  <a:srgbClr val="DCDCDC"/>
                </a:solidFill>
                <a:latin typeface="Consolas"/>
                <a:cs typeface="Arial"/>
              </a:rPr>
              <a:t>]</a:t>
            </a:r>
            <a:r>
              <a:rPr lang="en-GB" sz="1100">
                <a:solidFill>
                  <a:srgbClr val="D4D4D4"/>
                </a:solidFill>
                <a:latin typeface="Consolas"/>
                <a:cs typeface="Arial"/>
              </a:rPr>
              <a:t> = </a:t>
            </a:r>
            <a:r>
              <a:rPr lang="en-GB" sz="1100" err="1">
                <a:solidFill>
                  <a:srgbClr val="D4D4D4"/>
                </a:solidFill>
                <a:latin typeface="Consolas"/>
                <a:cs typeface="Arial"/>
              </a:rPr>
              <a:t>df</a:t>
            </a:r>
            <a:r>
              <a:rPr lang="en-GB" sz="1100">
                <a:solidFill>
                  <a:srgbClr val="DCDCDC"/>
                </a:solidFill>
                <a:latin typeface="Consolas"/>
                <a:cs typeface="Arial"/>
              </a:rPr>
              <a:t>[</a:t>
            </a:r>
            <a:r>
              <a:rPr lang="en-GB" sz="1100">
                <a:solidFill>
                  <a:srgbClr val="CE9178"/>
                </a:solidFill>
                <a:latin typeface="Consolas"/>
                <a:cs typeface="Arial"/>
              </a:rPr>
              <a:t>'ram'</a:t>
            </a:r>
            <a:r>
              <a:rPr lang="en-GB" sz="1100">
                <a:solidFill>
                  <a:srgbClr val="DCDCDC"/>
                </a:solidFill>
                <a:latin typeface="Consolas"/>
                <a:cs typeface="Arial"/>
              </a:rPr>
              <a:t>]</a:t>
            </a:r>
            <a:r>
              <a:rPr lang="en-GB" sz="1100">
                <a:solidFill>
                  <a:srgbClr val="D4D4D4"/>
                </a:solidFill>
                <a:latin typeface="Consolas"/>
                <a:cs typeface="Arial"/>
              </a:rPr>
              <a:t> / </a:t>
            </a:r>
            <a:r>
              <a:rPr lang="en-GB" sz="1100">
                <a:solidFill>
                  <a:srgbClr val="B5CEA8"/>
                </a:solidFill>
                <a:latin typeface="Consolas"/>
                <a:cs typeface="Arial"/>
              </a:rPr>
              <a:t>1024</a:t>
            </a:r>
            <a:r>
              <a:rPr lang="en-GB" sz="1100">
                <a:solidFill>
                  <a:srgbClr val="E3E3E3"/>
                </a:solidFill>
                <a:latin typeface="Consolas"/>
                <a:cs typeface="Arial"/>
              </a:rPr>
              <a:t>
</a:t>
            </a:r>
            <a:endParaRPr lang="en-GB">
              <a:cs typeface="Arial"/>
            </a:endParaRPr>
          </a:p>
          <a:p>
            <a:r>
              <a:rPr lang="en-GB" sz="1200">
                <a:solidFill>
                  <a:srgbClr val="E3E3E3"/>
                </a:solidFill>
                <a:ea typeface="+mn-lt"/>
                <a:cs typeface="+mn-lt"/>
              </a:rPr>
              <a:t>Result:</a:t>
            </a:r>
            <a:endParaRPr lang="en-GB">
              <a:cs typeface="Arial"/>
            </a:endParaRPr>
          </a:p>
          <a:p>
            <a:pPr marL="285750" indent="-285750">
              <a:buFont typeface="Arial"/>
              <a:buChar char="•"/>
            </a:pPr>
            <a:r>
              <a:rPr lang="en-GB" sz="1200">
                <a:solidFill>
                  <a:srgbClr val="E3E3E3"/>
                </a:solidFill>
                <a:latin typeface="monospace"/>
                <a:cs typeface="Arial"/>
              </a:rPr>
              <a:t>ram</a:t>
            </a:r>
            <a:r>
              <a:rPr lang="en-GB" sz="1200">
                <a:solidFill>
                  <a:srgbClr val="E3E3E3"/>
                </a:solidFill>
                <a:ea typeface="+mn-lt"/>
                <a:cs typeface="+mn-lt"/>
              </a:rPr>
              <a:t> = still MB</a:t>
            </a:r>
            <a:endParaRPr lang="en-GB">
              <a:cs typeface="Arial"/>
            </a:endParaRPr>
          </a:p>
          <a:p>
            <a:pPr marL="285750" indent="-285750">
              <a:buFont typeface="Arial"/>
              <a:buChar char="•"/>
            </a:pPr>
            <a:r>
              <a:rPr lang="en-GB" sz="1200" err="1">
                <a:solidFill>
                  <a:srgbClr val="E3E3E3"/>
                </a:solidFill>
                <a:latin typeface="monospace"/>
                <a:cs typeface="Arial"/>
              </a:rPr>
              <a:t>ram_gb</a:t>
            </a:r>
            <a:r>
              <a:rPr lang="en-GB" sz="1200">
                <a:solidFill>
                  <a:srgbClr val="E3E3E3"/>
                </a:solidFill>
                <a:ea typeface="+mn-lt"/>
                <a:cs typeface="+mn-lt"/>
              </a:rPr>
              <a:t> = new column in GB</a:t>
            </a:r>
            <a:endParaRPr lang="en-GB"/>
          </a:p>
          <a:p>
            <a:pPr algn="l"/>
            <a:endParaRPr lang="en-GB">
              <a:cs typeface="Arial"/>
            </a:endParaRPr>
          </a:p>
        </p:txBody>
      </p:sp>
      <p:sp>
        <p:nvSpPr>
          <p:cNvPr id="12" name="PlaceHolder 2">
            <a:extLst>
              <a:ext uri="{FF2B5EF4-FFF2-40B4-BE49-F238E27FC236}">
                <a16:creationId xmlns:a16="http://schemas.microsoft.com/office/drawing/2014/main" id="{E53D9F97-40AC-F3F9-0E11-EE40978567E4}"/>
              </a:ext>
            </a:extLst>
          </p:cNvPr>
          <p:cNvSpPr txBox="1">
            <a:spLocks/>
          </p:cNvSpPr>
          <p:nvPr/>
        </p:nvSpPr>
        <p:spPr>
          <a:xfrm>
            <a:off x="1054654" y="1608422"/>
            <a:ext cx="3176573" cy="2800483"/>
          </a:xfrm>
          <a:prstGeom prst="rect">
            <a:avLst/>
          </a:prstGeom>
          <a:noFill/>
          <a:ln w="0">
            <a:solidFill>
              <a:schemeClr val="tx1"/>
            </a:solid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tabLst>
                <a:tab pos="0" algn="l"/>
              </a:tabLst>
            </a:pPr>
            <a:r>
              <a:rPr lang="en-US" sz="1200">
                <a:solidFill>
                  <a:schemeClr val="dk1"/>
                </a:solidFill>
                <a:latin typeface="Actor"/>
                <a:ea typeface="Actor"/>
              </a:rPr>
              <a:t>Convert RAM and storage values from </a:t>
            </a:r>
            <a:r>
              <a:rPr lang="en-US" sz="1200" b="1">
                <a:solidFill>
                  <a:schemeClr val="dk1"/>
                </a:solidFill>
                <a:latin typeface="Actor"/>
                <a:ea typeface="Actor"/>
              </a:rPr>
              <a:t>megabytes (MB) to gigabytes (GB)</a:t>
            </a:r>
            <a:r>
              <a:rPr lang="en-US" sz="1200">
                <a:solidFill>
                  <a:schemeClr val="dk1"/>
                </a:solidFill>
                <a:latin typeface="Actor"/>
                <a:ea typeface="Actor"/>
              </a:rPr>
              <a:t> to maintain unit consistency. This conversion is essential for accurate feature analysis and modeling. Overwrite the original columns after conversion to ensure uniform scales across the dataset, preventing errors during data processing stages.</a:t>
            </a:r>
            <a:endParaRPr lang="en-US" sz="1200">
              <a:solidFill>
                <a:srgbClr val="FFFFFF"/>
              </a:solidFill>
              <a:latin typeface="OpenSymbol"/>
            </a:endParaRPr>
          </a:p>
        </p:txBody>
      </p:sp>
      <p:pic>
        <p:nvPicPr>
          <p:cNvPr id="3" name="Picture 2" descr="A green and black sign&#10;&#10;AI-generated content may be incorrect.">
            <a:extLst>
              <a:ext uri="{FF2B5EF4-FFF2-40B4-BE49-F238E27FC236}">
                <a16:creationId xmlns:a16="http://schemas.microsoft.com/office/drawing/2014/main" id="{D180BE87-CE55-2937-5B70-08BC5971DFC5}"/>
              </a:ext>
            </a:extLst>
          </p:cNvPr>
          <p:cNvPicPr>
            <a:picLocks noChangeAspect="1"/>
          </p:cNvPicPr>
          <p:nvPr/>
        </p:nvPicPr>
        <p:blipFill>
          <a:blip r:embed="rId2"/>
          <a:stretch>
            <a:fillRect/>
          </a:stretch>
        </p:blipFill>
        <p:spPr>
          <a:xfrm>
            <a:off x="50222" y="68406"/>
            <a:ext cx="789277" cy="248949"/>
          </a:xfrm>
          <a:prstGeom prst="rect">
            <a:avLst/>
          </a:prstGeom>
        </p:spPr>
      </p:pic>
    </p:spTree>
    <p:extLst>
      <p:ext uri="{BB962C8B-B14F-4D97-AF65-F5344CB8AC3E}">
        <p14:creationId xmlns:p14="http://schemas.microsoft.com/office/powerpoint/2010/main" val="1306232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7F8C25-72BF-D2B9-EDBC-F882297AA06E}"/>
              </a:ext>
            </a:extLst>
          </p:cNvPr>
          <p:cNvSpPr txBox="1"/>
          <p:nvPr/>
        </p:nvSpPr>
        <p:spPr>
          <a:xfrm>
            <a:off x="973706" y="113761"/>
            <a:ext cx="2334792" cy="246221"/>
          </a:xfrm>
          <a:prstGeom prst="rect">
            <a:avLst/>
          </a:prstGeom>
          <a:noFill/>
          <a:ln>
            <a:solidFill>
              <a:schemeClr val="tx1"/>
            </a:solid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00" b="1">
                <a:cs typeface="Arial"/>
              </a:rPr>
              <a:t>STEP 2: DATA PREPROCESSING</a:t>
            </a:r>
          </a:p>
        </p:txBody>
      </p:sp>
      <p:sp>
        <p:nvSpPr>
          <p:cNvPr id="6" name="PlaceHolder 1">
            <a:extLst>
              <a:ext uri="{FF2B5EF4-FFF2-40B4-BE49-F238E27FC236}">
                <a16:creationId xmlns:a16="http://schemas.microsoft.com/office/drawing/2014/main" id="{63C99F55-71A7-A600-CF34-1A1A89164DB6}"/>
              </a:ext>
            </a:extLst>
          </p:cNvPr>
          <p:cNvSpPr>
            <a:spLocks noGrp="1"/>
          </p:cNvSpPr>
          <p:nvPr/>
        </p:nvSpPr>
        <p:spPr>
          <a:xfrm>
            <a:off x="971969" y="391259"/>
            <a:ext cx="7900596" cy="819554"/>
          </a:xfrm>
          <a:prstGeom prst="rect">
            <a:avLst/>
          </a:prstGeom>
          <a:noFill/>
          <a:ln w="0">
            <a:noFill/>
          </a:ln>
        </p:spPr>
        <p:txBody>
          <a:bodyPr lIns="91440" tIns="91440" rIns="91440" bIns="9144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4000" b="1">
                <a:solidFill>
                  <a:schemeClr val="dk1"/>
                </a:solidFill>
                <a:latin typeface="Montserrat"/>
              </a:rPr>
              <a:t>Exploratory Data Analysis</a:t>
            </a:r>
            <a:endParaRPr lang="en-US" sz="4000" b="1" u="none" strike="noStrike">
              <a:solidFill>
                <a:schemeClr val="dk1"/>
              </a:solidFill>
              <a:effectLst/>
              <a:uFillTx/>
              <a:latin typeface="Montserrat"/>
            </a:endParaRPr>
          </a:p>
        </p:txBody>
      </p:sp>
      <p:cxnSp>
        <p:nvCxnSpPr>
          <p:cNvPr id="7" name="Straight Arrow Connector 6">
            <a:extLst>
              <a:ext uri="{FF2B5EF4-FFF2-40B4-BE49-F238E27FC236}">
                <a16:creationId xmlns:a16="http://schemas.microsoft.com/office/drawing/2014/main" id="{DF4316A2-8EE8-E4B3-B2C9-D356160AE264}"/>
              </a:ext>
            </a:extLst>
          </p:cNvPr>
          <p:cNvCxnSpPr/>
          <p:nvPr/>
        </p:nvCxnSpPr>
        <p:spPr>
          <a:xfrm>
            <a:off x="1003629" y="1059970"/>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84E7359-FD3C-224E-8784-823873229EAC}"/>
              </a:ext>
            </a:extLst>
          </p:cNvPr>
          <p:cNvSpPr txBox="1"/>
          <p:nvPr/>
        </p:nvSpPr>
        <p:spPr>
          <a:xfrm>
            <a:off x="969631" y="1206578"/>
            <a:ext cx="634587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latin typeface="Cambria"/>
                <a:ea typeface="Cambria"/>
              </a:rPr>
              <a:t>EDA (Exploratory Data Analysis) is the process of analysing and visualizing data to understand its structure, patterns, and problems before applying machine-learning models.</a:t>
            </a:r>
            <a:endParaRPr lang="en-US">
              <a:cs typeface="Arial"/>
            </a:endParaRPr>
          </a:p>
        </p:txBody>
      </p:sp>
      <p:sp>
        <p:nvSpPr>
          <p:cNvPr id="9" name="TextBox 8">
            <a:extLst>
              <a:ext uri="{FF2B5EF4-FFF2-40B4-BE49-F238E27FC236}">
                <a16:creationId xmlns:a16="http://schemas.microsoft.com/office/drawing/2014/main" id="{569792E5-9B8E-3343-568C-7E47609D857B}"/>
              </a:ext>
            </a:extLst>
          </p:cNvPr>
          <p:cNvSpPr txBox="1"/>
          <p:nvPr/>
        </p:nvSpPr>
        <p:spPr>
          <a:xfrm>
            <a:off x="55176" y="1787461"/>
            <a:ext cx="8821628" cy="329320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900" b="1" u="sng">
                <a:latin typeface="Cambria"/>
                <a:ea typeface="Cambria"/>
              </a:rPr>
              <a:t>Dataset Info:</a:t>
            </a:r>
            <a:br>
              <a:rPr lang="en-GB" sz="900" b="1" u="sng">
                <a:latin typeface="Cambria"/>
                <a:ea typeface="Cambria"/>
              </a:rPr>
            </a:br>
            <a:r>
              <a:rPr lang="en-GB" sz="900" b="1">
                <a:latin typeface="Cambria"/>
                <a:ea typeface="Cambria"/>
              </a:rPr>
              <a:t>The dataset information is checked to understand the number of rows, columns, data types, and overall structure of the data.</a:t>
            </a:r>
            <a:endParaRPr lang="en-US" sz="900">
              <a:cs typeface="Arial"/>
            </a:endParaRPr>
          </a:p>
          <a:p>
            <a:pPr marL="285750" indent="-285750">
              <a:buFont typeface="Arial"/>
              <a:buChar char="•"/>
            </a:pPr>
            <a:r>
              <a:rPr lang="en-GB" sz="900" b="1" u="sng">
                <a:latin typeface="Cambria"/>
                <a:ea typeface="Cambria"/>
              </a:rPr>
              <a:t>Statistical Summary:</a:t>
            </a:r>
            <a:br>
              <a:rPr lang="en-GB" sz="900" b="1">
                <a:latin typeface="Cambria"/>
                <a:ea typeface="Cambria"/>
              </a:rPr>
            </a:br>
            <a:r>
              <a:rPr lang="en-GB" sz="900" b="1">
                <a:latin typeface="Cambria"/>
                <a:ea typeface="Cambria"/>
              </a:rPr>
              <a:t>Descriptive statistics such as mean, minimum, maximum, and standard deviation are examined to understand the data distribution and value ranges.</a:t>
            </a:r>
            <a:endParaRPr lang="en-GB" sz="900">
              <a:cs typeface="Arial"/>
            </a:endParaRPr>
          </a:p>
          <a:p>
            <a:pPr marL="285750" indent="-285750">
              <a:buFont typeface="Arial"/>
              <a:buChar char="•"/>
            </a:pPr>
            <a:r>
              <a:rPr lang="en-GB" sz="900" b="1" u="sng">
                <a:latin typeface="Cambria"/>
                <a:ea typeface="Cambria"/>
              </a:rPr>
              <a:t>Target Distribution (Price Range):</a:t>
            </a:r>
            <a:br>
              <a:rPr lang="en-GB" sz="900" b="1">
                <a:latin typeface="Cambria"/>
                <a:ea typeface="Cambria"/>
              </a:rPr>
            </a:br>
            <a:r>
              <a:rPr lang="en-GB" sz="900" b="1">
                <a:latin typeface="Cambria"/>
                <a:ea typeface="Cambria"/>
              </a:rPr>
              <a:t>The distribution of the target variable (price range) is </a:t>
            </a:r>
            <a:r>
              <a:rPr lang="en-GB" sz="900" b="1" err="1">
                <a:latin typeface="Cambria"/>
                <a:ea typeface="Cambria"/>
              </a:rPr>
              <a:t>analyzed</a:t>
            </a:r>
            <a:r>
              <a:rPr lang="en-GB" sz="900" b="1">
                <a:latin typeface="Cambria"/>
                <a:ea typeface="Cambria"/>
              </a:rPr>
              <a:t> to check class balance among low, mid, and high-priced mobiles.</a:t>
            </a:r>
            <a:endParaRPr lang="en-GB" sz="900">
              <a:cs typeface="Arial"/>
            </a:endParaRPr>
          </a:p>
          <a:p>
            <a:pPr marL="285750" indent="-285750">
              <a:buFont typeface="Arial"/>
              <a:buChar char="•"/>
            </a:pPr>
            <a:r>
              <a:rPr lang="en-GB" sz="900" b="1" u="sng">
                <a:latin typeface="Cambria"/>
                <a:ea typeface="Cambria"/>
              </a:rPr>
              <a:t>Correlation Heatmap:</a:t>
            </a:r>
            <a:br>
              <a:rPr lang="en-GB" sz="900" b="1">
                <a:latin typeface="Cambria"/>
                <a:ea typeface="Cambria"/>
              </a:rPr>
            </a:br>
            <a:r>
              <a:rPr lang="en-GB" sz="900" b="1">
                <a:latin typeface="Cambria"/>
                <a:ea typeface="Cambria"/>
              </a:rPr>
              <a:t>A correlation heatmap is used to identify relationships between features and detect highly correlated variables that influence the price range.</a:t>
            </a:r>
            <a:endParaRPr lang="en-GB" sz="900">
              <a:cs typeface="Arial"/>
            </a:endParaRPr>
          </a:p>
          <a:p>
            <a:pPr marL="285750" indent="-285750">
              <a:buFont typeface="Arial"/>
              <a:buChar char="•"/>
            </a:pPr>
            <a:r>
              <a:rPr lang="en-GB" sz="900" b="1" u="sng">
                <a:latin typeface="Cambria"/>
                <a:ea typeface="Cambria"/>
              </a:rPr>
              <a:t>Outlier summary: </a:t>
            </a:r>
            <a:r>
              <a:rPr lang="en-GB" sz="900" b="1">
                <a:latin typeface="Cambria"/>
                <a:ea typeface="Cambria"/>
              </a:rPr>
              <a:t>                                                                                                                                                                                                                                                                                                   An outlier summary shows the number of outliers detected in each feature of the </a:t>
            </a:r>
            <a:r>
              <a:rPr lang="en-GB" sz="900" b="1" err="1">
                <a:latin typeface="Cambria"/>
                <a:ea typeface="Cambria"/>
              </a:rPr>
              <a:t>dataset.Outliers</a:t>
            </a:r>
            <a:r>
              <a:rPr lang="en-GB" sz="900" b="1">
                <a:latin typeface="Cambria"/>
                <a:ea typeface="Cambria"/>
              </a:rPr>
              <a:t> are data points that lie far away from the normal range of values and can affect model performance.</a:t>
            </a:r>
            <a:endParaRPr lang="en-GB" sz="900" b="1">
              <a:cs typeface="Arial"/>
            </a:endParaRPr>
          </a:p>
          <a:p>
            <a:pPr marL="285750" indent="-285750">
              <a:buFont typeface="Arial"/>
              <a:buChar char="•"/>
            </a:pPr>
            <a:r>
              <a:rPr lang="en-GB" sz="900" b="1" u="sng">
                <a:latin typeface="Cambria"/>
                <a:ea typeface="Cambria"/>
              </a:rPr>
              <a:t>Feature distribution box plot:</a:t>
            </a:r>
            <a:br>
              <a:rPr lang="en-GB" sz="900" b="1">
                <a:latin typeface="Cambria"/>
                <a:ea typeface="Cambria"/>
              </a:rPr>
            </a:br>
            <a:r>
              <a:rPr lang="en-GB" sz="900" b="1">
                <a:latin typeface="Cambria"/>
                <a:ea typeface="Cambria"/>
              </a:rPr>
              <a:t>A feature distribution box plot is a statistical visualization used to show how the values of a feature are distributed across different categories of the target variable.</a:t>
            </a:r>
            <a:endParaRPr lang="en-GB" sz="900" b="1">
              <a:cs typeface="Arial"/>
            </a:endParaRPr>
          </a:p>
          <a:p>
            <a:pPr marL="285750" indent="-285750">
              <a:buFont typeface="Arial"/>
              <a:buChar char="•"/>
            </a:pPr>
            <a:r>
              <a:rPr lang="en-GB" sz="900" b="1" u="sng">
                <a:latin typeface="Cambria"/>
                <a:ea typeface="Cambria"/>
              </a:rPr>
              <a:t>Feature Distribution Plot (Histogram with KDE):</a:t>
            </a:r>
            <a:br>
              <a:rPr lang="en-GB" sz="900" b="1" u="sng">
                <a:latin typeface="Cambria"/>
                <a:ea typeface="Cambria"/>
              </a:rPr>
            </a:br>
            <a:r>
              <a:rPr lang="en-GB" sz="900" b="1">
                <a:latin typeface="Cambria"/>
                <a:ea typeface="Cambria"/>
              </a:rPr>
              <a:t>Important features such as battery power, RAM, pixel height, pixel width, and internal memory are compared with price range to understand their impact on mobile pricing.</a:t>
            </a:r>
            <a:endParaRPr lang="en-GB" sz="900">
              <a:cs typeface="Arial"/>
            </a:endParaRPr>
          </a:p>
          <a:p>
            <a:pPr marL="285750" indent="-285750">
              <a:buFont typeface="Arial"/>
              <a:buChar char="•"/>
            </a:pPr>
            <a:r>
              <a:rPr lang="en-GB" sz="900" b="1" u="sng">
                <a:latin typeface="Cambria"/>
                <a:ea typeface="Cambria"/>
              </a:rPr>
              <a:t>Scatterplot:</a:t>
            </a:r>
            <a:r>
              <a:rPr lang="en-GB" sz="900" b="1">
                <a:latin typeface="Cambria"/>
                <a:ea typeface="Cambria"/>
              </a:rPr>
              <a:t>                                                                                                                                                                                                                                                                                                                A scatter plot is a graphical representation used to show the relationship between two numerical features by plotting data points on a two-dimensional plane. Each point in the plot represents a single data sample, where:</a:t>
            </a:r>
            <a:endParaRPr lang="en-GB" sz="900" b="1">
              <a:cs typeface="Arial"/>
            </a:endParaRPr>
          </a:p>
          <a:p>
            <a:pPr marL="285750" indent="-285750">
              <a:buFont typeface="Arial"/>
              <a:buChar char="•"/>
            </a:pPr>
            <a:r>
              <a:rPr lang="en-GB" sz="900" b="1">
                <a:latin typeface="Cambria"/>
                <a:ea typeface="Cambria"/>
              </a:rPr>
              <a:t>The x-axis represents one feature</a:t>
            </a:r>
            <a:endParaRPr lang="en-GB" sz="900" b="1">
              <a:cs typeface="Arial"/>
            </a:endParaRPr>
          </a:p>
          <a:p>
            <a:pPr marL="285750" indent="-285750">
              <a:buFont typeface="Arial"/>
              <a:buChar char="•"/>
            </a:pPr>
            <a:r>
              <a:rPr lang="en-GB" sz="900" b="1">
                <a:latin typeface="Cambria"/>
                <a:ea typeface="Cambria"/>
              </a:rPr>
              <a:t>The y-axis represents another feature</a:t>
            </a:r>
            <a:endParaRPr lang="en-GB" sz="900" b="1">
              <a:cs typeface="Arial"/>
            </a:endParaRPr>
          </a:p>
          <a:p>
            <a:pPr algn="l"/>
            <a:endParaRPr lang="en-GB" sz="1000">
              <a:cs typeface="Arial"/>
            </a:endParaRPr>
          </a:p>
        </p:txBody>
      </p:sp>
      <p:pic>
        <p:nvPicPr>
          <p:cNvPr id="3" name="Picture 2" descr="A green and black sign&#10;&#10;AI-generated content may be incorrect.">
            <a:extLst>
              <a:ext uri="{FF2B5EF4-FFF2-40B4-BE49-F238E27FC236}">
                <a16:creationId xmlns:a16="http://schemas.microsoft.com/office/drawing/2014/main" id="{0C7D2274-C969-8C5B-4250-1E548F80FBCD}"/>
              </a:ext>
            </a:extLst>
          </p:cNvPr>
          <p:cNvPicPr>
            <a:picLocks noChangeAspect="1"/>
          </p:cNvPicPr>
          <p:nvPr/>
        </p:nvPicPr>
        <p:blipFill>
          <a:blip r:embed="rId2"/>
          <a:stretch>
            <a:fillRect/>
          </a:stretch>
        </p:blipFill>
        <p:spPr>
          <a:xfrm>
            <a:off x="50222" y="68406"/>
            <a:ext cx="789277" cy="248949"/>
          </a:xfrm>
          <a:prstGeom prst="rect">
            <a:avLst/>
          </a:prstGeom>
        </p:spPr>
      </p:pic>
    </p:spTree>
    <p:extLst>
      <p:ext uri="{BB962C8B-B14F-4D97-AF65-F5344CB8AC3E}">
        <p14:creationId xmlns:p14="http://schemas.microsoft.com/office/powerpoint/2010/main" val="2383750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DA69B1D-1D98-B6DF-95D4-9499D9182171}"/>
              </a:ext>
            </a:extLst>
          </p:cNvPr>
          <p:cNvSpPr txBox="1"/>
          <p:nvPr/>
        </p:nvSpPr>
        <p:spPr>
          <a:xfrm>
            <a:off x="973706" y="113761"/>
            <a:ext cx="2334792"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2: DATA PREPROCESSING</a:t>
            </a:r>
          </a:p>
        </p:txBody>
      </p:sp>
      <p:pic>
        <p:nvPicPr>
          <p:cNvPr id="7" name="Picture 6" descr="A graph of the heatmap&#10;&#10;AI-generated content may be incorrect.">
            <a:extLst>
              <a:ext uri="{FF2B5EF4-FFF2-40B4-BE49-F238E27FC236}">
                <a16:creationId xmlns:a16="http://schemas.microsoft.com/office/drawing/2014/main" id="{7C8F2B5E-45F1-F0D9-A686-B8DD8E52B344}"/>
              </a:ext>
            </a:extLst>
          </p:cNvPr>
          <p:cNvPicPr>
            <a:picLocks noChangeAspect="1"/>
          </p:cNvPicPr>
          <p:nvPr/>
        </p:nvPicPr>
        <p:blipFill>
          <a:blip r:embed="rId2"/>
          <a:stretch>
            <a:fillRect/>
          </a:stretch>
        </p:blipFill>
        <p:spPr>
          <a:xfrm>
            <a:off x="181165" y="506802"/>
            <a:ext cx="3066669" cy="2458528"/>
          </a:xfrm>
          <a:prstGeom prst="rect">
            <a:avLst/>
          </a:prstGeom>
        </p:spPr>
      </p:pic>
      <p:pic>
        <p:nvPicPr>
          <p:cNvPr id="8" name="Picture 7">
            <a:extLst>
              <a:ext uri="{FF2B5EF4-FFF2-40B4-BE49-F238E27FC236}">
                <a16:creationId xmlns:a16="http://schemas.microsoft.com/office/drawing/2014/main" id="{241D4A4E-4150-02C3-C184-3BD347F865C8}"/>
              </a:ext>
            </a:extLst>
          </p:cNvPr>
          <p:cNvPicPr>
            <a:picLocks noChangeAspect="1"/>
          </p:cNvPicPr>
          <p:nvPr/>
        </p:nvPicPr>
        <p:blipFill>
          <a:blip r:embed="rId3"/>
          <a:stretch>
            <a:fillRect/>
          </a:stretch>
        </p:blipFill>
        <p:spPr>
          <a:xfrm>
            <a:off x="6341502" y="1169313"/>
            <a:ext cx="1820893" cy="1584925"/>
          </a:xfrm>
          <a:prstGeom prst="rect">
            <a:avLst/>
          </a:prstGeom>
        </p:spPr>
      </p:pic>
      <p:pic>
        <p:nvPicPr>
          <p:cNvPr id="9" name="Picture 8">
            <a:extLst>
              <a:ext uri="{FF2B5EF4-FFF2-40B4-BE49-F238E27FC236}">
                <a16:creationId xmlns:a16="http://schemas.microsoft.com/office/drawing/2014/main" id="{0E46F705-5927-FF5A-D4D4-E27FCA847170}"/>
              </a:ext>
            </a:extLst>
          </p:cNvPr>
          <p:cNvPicPr>
            <a:picLocks noChangeAspect="1"/>
          </p:cNvPicPr>
          <p:nvPr/>
        </p:nvPicPr>
        <p:blipFill>
          <a:blip r:embed="rId4"/>
          <a:stretch>
            <a:fillRect/>
          </a:stretch>
        </p:blipFill>
        <p:spPr>
          <a:xfrm>
            <a:off x="6964218" y="2857834"/>
            <a:ext cx="1648366" cy="1531010"/>
          </a:xfrm>
          <a:prstGeom prst="rect">
            <a:avLst/>
          </a:prstGeom>
        </p:spPr>
      </p:pic>
      <p:pic>
        <p:nvPicPr>
          <p:cNvPr id="10" name="Picture 9" descr="A diagram of a memory versus price range&#10;&#10;AI-generated content may be incorrect.">
            <a:extLst>
              <a:ext uri="{FF2B5EF4-FFF2-40B4-BE49-F238E27FC236}">
                <a16:creationId xmlns:a16="http://schemas.microsoft.com/office/drawing/2014/main" id="{1CA27B62-1F84-D687-8CFF-3D114D3C6114}"/>
              </a:ext>
            </a:extLst>
          </p:cNvPr>
          <p:cNvPicPr>
            <a:picLocks noChangeAspect="1"/>
          </p:cNvPicPr>
          <p:nvPr/>
        </p:nvPicPr>
        <p:blipFill>
          <a:blip r:embed="rId5"/>
          <a:stretch>
            <a:fillRect/>
          </a:stretch>
        </p:blipFill>
        <p:spPr>
          <a:xfrm>
            <a:off x="4407321" y="2860570"/>
            <a:ext cx="2474810" cy="1006236"/>
          </a:xfrm>
          <a:prstGeom prst="rect">
            <a:avLst/>
          </a:prstGeom>
        </p:spPr>
      </p:pic>
      <p:pic>
        <p:nvPicPr>
          <p:cNvPr id="11" name="Picture 10">
            <a:extLst>
              <a:ext uri="{FF2B5EF4-FFF2-40B4-BE49-F238E27FC236}">
                <a16:creationId xmlns:a16="http://schemas.microsoft.com/office/drawing/2014/main" id="{05F0FA56-5E47-3C51-6E75-A514B7BB0A24}"/>
              </a:ext>
            </a:extLst>
          </p:cNvPr>
          <p:cNvPicPr>
            <a:picLocks noChangeAspect="1"/>
          </p:cNvPicPr>
          <p:nvPr/>
        </p:nvPicPr>
        <p:blipFill>
          <a:blip r:embed="rId6"/>
          <a:stretch>
            <a:fillRect/>
          </a:stretch>
        </p:blipFill>
        <p:spPr>
          <a:xfrm>
            <a:off x="242438" y="3182698"/>
            <a:ext cx="2081483" cy="1808133"/>
          </a:xfrm>
          <a:prstGeom prst="rect">
            <a:avLst/>
          </a:prstGeom>
        </p:spPr>
      </p:pic>
      <p:pic>
        <p:nvPicPr>
          <p:cNvPr id="12" name="Picture 11">
            <a:extLst>
              <a:ext uri="{FF2B5EF4-FFF2-40B4-BE49-F238E27FC236}">
                <a16:creationId xmlns:a16="http://schemas.microsoft.com/office/drawing/2014/main" id="{13640BD6-64E4-A905-192A-528CA05F381C}"/>
              </a:ext>
            </a:extLst>
          </p:cNvPr>
          <p:cNvPicPr>
            <a:picLocks noChangeAspect="1"/>
          </p:cNvPicPr>
          <p:nvPr/>
        </p:nvPicPr>
        <p:blipFill>
          <a:blip r:embed="rId7"/>
          <a:stretch>
            <a:fillRect/>
          </a:stretch>
        </p:blipFill>
        <p:spPr>
          <a:xfrm>
            <a:off x="2432648" y="3194740"/>
            <a:ext cx="1906439" cy="1794834"/>
          </a:xfrm>
          <a:prstGeom prst="rect">
            <a:avLst/>
          </a:prstGeom>
        </p:spPr>
      </p:pic>
      <p:pic>
        <p:nvPicPr>
          <p:cNvPr id="13" name="Picture 12" descr="A graph of different colored lines&#10;&#10;AI-generated content may be incorrect.">
            <a:extLst>
              <a:ext uri="{FF2B5EF4-FFF2-40B4-BE49-F238E27FC236}">
                <a16:creationId xmlns:a16="http://schemas.microsoft.com/office/drawing/2014/main" id="{E278CE8E-A1B2-B794-BF41-D1621261CC61}"/>
              </a:ext>
            </a:extLst>
          </p:cNvPr>
          <p:cNvPicPr>
            <a:picLocks noChangeAspect="1"/>
          </p:cNvPicPr>
          <p:nvPr/>
        </p:nvPicPr>
        <p:blipFill>
          <a:blip r:embed="rId8"/>
          <a:stretch>
            <a:fillRect/>
          </a:stretch>
        </p:blipFill>
        <p:spPr>
          <a:xfrm>
            <a:off x="4407200" y="3972822"/>
            <a:ext cx="2475422" cy="1015042"/>
          </a:xfrm>
          <a:prstGeom prst="rect">
            <a:avLst/>
          </a:prstGeom>
        </p:spPr>
      </p:pic>
      <p:pic>
        <p:nvPicPr>
          <p:cNvPr id="14" name="Picture 13" descr="A diagram of a scatter chart&#10;&#10;AI-generated content may be incorrect.">
            <a:extLst>
              <a:ext uri="{FF2B5EF4-FFF2-40B4-BE49-F238E27FC236}">
                <a16:creationId xmlns:a16="http://schemas.microsoft.com/office/drawing/2014/main" id="{1BAEE329-CB80-B9B4-F4EF-988E8385DF1B}"/>
              </a:ext>
            </a:extLst>
          </p:cNvPr>
          <p:cNvPicPr>
            <a:picLocks noChangeAspect="1"/>
          </p:cNvPicPr>
          <p:nvPr/>
        </p:nvPicPr>
        <p:blipFill>
          <a:blip r:embed="rId9"/>
          <a:stretch>
            <a:fillRect/>
          </a:stretch>
        </p:blipFill>
        <p:spPr>
          <a:xfrm>
            <a:off x="3305435" y="513443"/>
            <a:ext cx="2935896" cy="2293547"/>
          </a:xfrm>
          <a:prstGeom prst="rect">
            <a:avLst/>
          </a:prstGeom>
        </p:spPr>
      </p:pic>
      <p:pic>
        <p:nvPicPr>
          <p:cNvPr id="3" name="Picture 2" descr="A green and black sign&#10;&#10;AI-generated content may be incorrect.">
            <a:extLst>
              <a:ext uri="{FF2B5EF4-FFF2-40B4-BE49-F238E27FC236}">
                <a16:creationId xmlns:a16="http://schemas.microsoft.com/office/drawing/2014/main" id="{6CDB836D-466E-7B88-DEF0-36D9E20F04CB}"/>
              </a:ext>
            </a:extLst>
          </p:cNvPr>
          <p:cNvPicPr>
            <a:picLocks noChangeAspect="1"/>
          </p:cNvPicPr>
          <p:nvPr/>
        </p:nvPicPr>
        <p:blipFill>
          <a:blip r:embed="rId10"/>
          <a:stretch>
            <a:fillRect/>
          </a:stretch>
        </p:blipFill>
        <p:spPr>
          <a:xfrm>
            <a:off x="50222" y="68406"/>
            <a:ext cx="789277" cy="248949"/>
          </a:xfrm>
          <a:prstGeom prst="rect">
            <a:avLst/>
          </a:prstGeom>
        </p:spPr>
      </p:pic>
    </p:spTree>
    <p:extLst>
      <p:ext uri="{BB962C8B-B14F-4D97-AF65-F5344CB8AC3E}">
        <p14:creationId xmlns:p14="http://schemas.microsoft.com/office/powerpoint/2010/main" val="2994571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7DA0235-DFEF-BC4A-854E-17C7CBC4FAB8}"/>
              </a:ext>
            </a:extLst>
          </p:cNvPr>
          <p:cNvSpPr txBox="1"/>
          <p:nvPr/>
        </p:nvSpPr>
        <p:spPr>
          <a:xfrm>
            <a:off x="973706" y="113761"/>
            <a:ext cx="2334792"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2: DATA PREPROCESSING</a:t>
            </a:r>
          </a:p>
        </p:txBody>
      </p:sp>
      <p:sp>
        <p:nvSpPr>
          <p:cNvPr id="8" name="TextBox 7">
            <a:extLst>
              <a:ext uri="{FF2B5EF4-FFF2-40B4-BE49-F238E27FC236}">
                <a16:creationId xmlns:a16="http://schemas.microsoft.com/office/drawing/2014/main" id="{D32DCC60-901C-9B24-6952-BF409216A987}"/>
              </a:ext>
            </a:extLst>
          </p:cNvPr>
          <p:cNvSpPr txBox="1"/>
          <p:nvPr/>
        </p:nvSpPr>
        <p:spPr>
          <a:xfrm>
            <a:off x="973706" y="634850"/>
            <a:ext cx="58293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Feature Engineering</a:t>
            </a:r>
          </a:p>
        </p:txBody>
      </p:sp>
      <p:cxnSp>
        <p:nvCxnSpPr>
          <p:cNvPr id="10" name="Straight Arrow Connector 9">
            <a:extLst>
              <a:ext uri="{FF2B5EF4-FFF2-40B4-BE49-F238E27FC236}">
                <a16:creationId xmlns:a16="http://schemas.microsoft.com/office/drawing/2014/main" id="{90EBA4F6-562F-9432-71F8-A82A1975EC0C}"/>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620D2A5-A35A-AD98-2971-5F3B2FF90367}"/>
              </a:ext>
            </a:extLst>
          </p:cNvPr>
          <p:cNvSpPr txBox="1"/>
          <p:nvPr/>
        </p:nvSpPr>
        <p:spPr>
          <a:xfrm>
            <a:off x="1006741" y="1273936"/>
            <a:ext cx="5324290"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cs typeface="Arial"/>
              </a:rPr>
              <a:t>Feature engineering</a:t>
            </a:r>
            <a:r>
              <a:rPr lang="en-GB" sz="1200">
                <a:cs typeface="Arial"/>
              </a:rPr>
              <a:t> is the process of creating </a:t>
            </a:r>
            <a:r>
              <a:rPr lang="en-GB" sz="1200" b="1">
                <a:cs typeface="Arial"/>
              </a:rPr>
              <a:t>new meaningful features</a:t>
            </a:r>
            <a:r>
              <a:rPr lang="en-GB" sz="1200">
                <a:cs typeface="Arial"/>
              </a:rPr>
              <a:t> or transforming existing features to improve the performance of a machine learning model.</a:t>
            </a:r>
            <a:endParaRPr lang="en-US" sz="1200">
              <a:cs typeface="Arial"/>
            </a:endParaRPr>
          </a:p>
          <a:p>
            <a:r>
              <a:rPr lang="en-GB" sz="1200">
                <a:cs typeface="Arial"/>
              </a:rPr>
              <a:t>It helps the model better understand patterns in the data by reducing overlap, capturing relationships, and making features more informative.</a:t>
            </a:r>
            <a:endParaRPr lang="en-GB">
              <a:cs typeface="Arial"/>
            </a:endParaRPr>
          </a:p>
          <a:p>
            <a:endParaRPr lang="en-GB">
              <a:cs typeface="Arial"/>
            </a:endParaRPr>
          </a:p>
        </p:txBody>
      </p:sp>
      <p:sp>
        <p:nvSpPr>
          <p:cNvPr id="12" name="TextBox 11">
            <a:extLst>
              <a:ext uri="{FF2B5EF4-FFF2-40B4-BE49-F238E27FC236}">
                <a16:creationId xmlns:a16="http://schemas.microsoft.com/office/drawing/2014/main" id="{A989FDD2-7CDA-45CA-28FA-F6E212DFC807}"/>
              </a:ext>
            </a:extLst>
          </p:cNvPr>
          <p:cNvSpPr txBox="1"/>
          <p:nvPr/>
        </p:nvSpPr>
        <p:spPr>
          <a:xfrm>
            <a:off x="1074800" y="2287820"/>
            <a:ext cx="3649842" cy="19543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a:solidFill>
                  <a:srgbClr val="E3E3E3"/>
                </a:solidFill>
                <a:latin typeface="monospace"/>
              </a:rPr>
              <a:t>Added features: </a:t>
            </a:r>
            <a:endParaRPr lang="en-US">
              <a:solidFill>
                <a:srgbClr val="FFFFFF"/>
              </a:solidFill>
              <a:latin typeface="Arial"/>
              <a:cs typeface="Arial"/>
            </a:endParaRPr>
          </a:p>
          <a:p>
            <a:r>
              <a:rPr lang="en-GB" sz="1100">
                <a:solidFill>
                  <a:srgbClr val="E3E3E3"/>
                </a:solidFill>
                <a:latin typeface="monospace"/>
              </a:rPr>
              <a:t>['resolution'</a:t>
            </a:r>
            <a:endParaRPr lang="en-US" err="1">
              <a:solidFill>
                <a:srgbClr val="FFFFFF"/>
              </a:solidFill>
              <a:latin typeface="Arial"/>
              <a:cs typeface="Arial"/>
            </a:endParaRPr>
          </a:p>
          <a:p>
            <a:r>
              <a:rPr lang="en-GB" sz="1100">
                <a:solidFill>
                  <a:srgbClr val="E3E3E3"/>
                </a:solidFill>
                <a:latin typeface="monospace"/>
              </a:rPr>
              <a:t>, 'ppi'</a:t>
            </a:r>
            <a:endParaRPr lang="en-US">
              <a:solidFill>
                <a:srgbClr val="FFFFFF"/>
              </a:solidFill>
              <a:latin typeface="Arial"/>
              <a:cs typeface="Arial"/>
            </a:endParaRPr>
          </a:p>
          <a:p>
            <a:r>
              <a:rPr lang="en-GB" sz="1100">
                <a:solidFill>
                  <a:srgbClr val="E3E3E3"/>
                </a:solidFill>
                <a:latin typeface="monospace"/>
              </a:rPr>
              <a:t>, '</a:t>
            </a:r>
            <a:r>
              <a:rPr lang="en-GB" sz="1100" err="1">
                <a:solidFill>
                  <a:srgbClr val="E3E3E3"/>
                </a:solidFill>
                <a:latin typeface="monospace"/>
              </a:rPr>
              <a:t>battery_efficiency</a:t>
            </a:r>
            <a:r>
              <a:rPr lang="en-GB" sz="1100">
                <a:solidFill>
                  <a:srgbClr val="E3E3E3"/>
                </a:solidFill>
                <a:latin typeface="monospace"/>
              </a:rPr>
              <a:t>'</a:t>
            </a:r>
            <a:endParaRPr lang="en-US">
              <a:solidFill>
                <a:srgbClr val="FFFFFF"/>
              </a:solidFill>
              <a:latin typeface="Arial"/>
              <a:cs typeface="Arial"/>
            </a:endParaRPr>
          </a:p>
          <a:p>
            <a:r>
              <a:rPr lang="en-GB" sz="1100">
                <a:solidFill>
                  <a:srgbClr val="E3E3E3"/>
                </a:solidFill>
                <a:latin typeface="monospace"/>
              </a:rPr>
              <a:t>, '</a:t>
            </a:r>
            <a:r>
              <a:rPr lang="en-GB" sz="1100" err="1">
                <a:solidFill>
                  <a:srgbClr val="E3E3E3"/>
                </a:solidFill>
                <a:latin typeface="monospace"/>
              </a:rPr>
              <a:t>ram_int_ratio</a:t>
            </a:r>
            <a:r>
              <a:rPr lang="en-GB" sz="1100">
                <a:solidFill>
                  <a:srgbClr val="E3E3E3"/>
                </a:solidFill>
                <a:latin typeface="monospace"/>
              </a:rPr>
              <a:t>'</a:t>
            </a:r>
            <a:endParaRPr lang="en-GB" sz="1100">
              <a:solidFill>
                <a:srgbClr val="CE9178"/>
              </a:solidFill>
              <a:latin typeface="monospace"/>
              <a:cs typeface="Arial"/>
            </a:endParaRPr>
          </a:p>
          <a:p>
            <a:r>
              <a:rPr lang="en-GB" sz="1100">
                <a:solidFill>
                  <a:srgbClr val="E3E3E3"/>
                </a:solidFill>
                <a:latin typeface="monospace"/>
              </a:rPr>
              <a:t>, '</a:t>
            </a:r>
            <a:r>
              <a:rPr lang="en-GB" sz="1100" err="1">
                <a:solidFill>
                  <a:srgbClr val="E3E3E3"/>
                </a:solidFill>
                <a:latin typeface="monospace"/>
              </a:rPr>
              <a:t>ram_battery_combo</a:t>
            </a:r>
            <a:r>
              <a:rPr lang="en-GB" sz="1100">
                <a:solidFill>
                  <a:srgbClr val="E3E3E3"/>
                </a:solidFill>
                <a:latin typeface="monospace"/>
              </a:rPr>
              <a:t>'</a:t>
            </a:r>
            <a:endParaRPr lang="en-GB" sz="1100">
              <a:solidFill>
                <a:srgbClr val="CE9178"/>
              </a:solidFill>
              <a:latin typeface="monospace"/>
              <a:cs typeface="Arial"/>
            </a:endParaRPr>
          </a:p>
          <a:p>
            <a:r>
              <a:rPr lang="en-GB" sz="1100">
                <a:solidFill>
                  <a:srgbClr val="E3E3E3"/>
                </a:solidFill>
                <a:latin typeface="monospace"/>
              </a:rPr>
              <a:t>, '</a:t>
            </a:r>
            <a:r>
              <a:rPr lang="en-GB" sz="1100" err="1">
                <a:solidFill>
                  <a:srgbClr val="E3E3E3"/>
                </a:solidFill>
                <a:latin typeface="monospace"/>
              </a:rPr>
              <a:t>res_area</a:t>
            </a:r>
            <a:r>
              <a:rPr lang="en-GB" sz="1100">
                <a:solidFill>
                  <a:srgbClr val="E3E3E3"/>
                </a:solidFill>
                <a:latin typeface="monospace"/>
              </a:rPr>
              <a:t>'</a:t>
            </a:r>
            <a:endParaRPr lang="en-GB" sz="1100">
              <a:solidFill>
                <a:srgbClr val="CE9178"/>
              </a:solidFill>
              <a:highlight>
                <a:srgbClr val="282A2C"/>
              </a:highlight>
              <a:latin typeface="monospace"/>
              <a:cs typeface="Arial"/>
            </a:endParaRPr>
          </a:p>
          <a:p>
            <a:r>
              <a:rPr lang="en-GB" sz="1100">
                <a:solidFill>
                  <a:srgbClr val="E3E3E3"/>
                </a:solidFill>
                <a:latin typeface="monospace"/>
              </a:rPr>
              <a:t>, '</a:t>
            </a:r>
            <a:r>
              <a:rPr lang="en-GB" sz="1100" err="1">
                <a:solidFill>
                  <a:srgbClr val="E3E3E3"/>
                </a:solidFill>
                <a:latin typeface="monospace"/>
              </a:rPr>
              <a:t>ram_level</a:t>
            </a:r>
            <a:r>
              <a:rPr lang="en-GB" sz="1100">
                <a:solidFill>
                  <a:srgbClr val="E3E3E3"/>
                </a:solidFill>
                <a:latin typeface="monospace"/>
              </a:rPr>
              <a:t>'</a:t>
            </a:r>
            <a:endParaRPr lang="en-US">
              <a:solidFill>
                <a:srgbClr val="FFFFFF"/>
              </a:solidFill>
              <a:latin typeface="Arial"/>
              <a:cs typeface="Arial"/>
            </a:endParaRPr>
          </a:p>
          <a:p>
            <a:r>
              <a:rPr lang="en-GB" sz="1100">
                <a:solidFill>
                  <a:srgbClr val="E3E3E3"/>
                </a:solidFill>
                <a:latin typeface="monospace"/>
              </a:rPr>
              <a:t>, '</a:t>
            </a:r>
            <a:r>
              <a:rPr lang="en-GB" sz="1100" err="1">
                <a:solidFill>
                  <a:srgbClr val="E3E3E3"/>
                </a:solidFill>
                <a:latin typeface="monospace"/>
              </a:rPr>
              <a:t>log_battery_power</a:t>
            </a:r>
            <a:r>
              <a:rPr lang="en-GB" sz="1100">
                <a:solidFill>
                  <a:srgbClr val="E3E3E3"/>
                </a:solidFill>
                <a:latin typeface="monospace"/>
              </a:rPr>
              <a:t>'</a:t>
            </a:r>
            <a:endParaRPr lang="en-US">
              <a:solidFill>
                <a:srgbClr val="FFFFFF"/>
              </a:solidFill>
              <a:latin typeface="Arial"/>
              <a:cs typeface="Arial"/>
            </a:endParaRPr>
          </a:p>
          <a:p>
            <a:r>
              <a:rPr lang="en-GB" sz="1100">
                <a:solidFill>
                  <a:srgbClr val="E3E3E3"/>
                </a:solidFill>
                <a:latin typeface="monospace"/>
              </a:rPr>
              <a:t>, '</a:t>
            </a:r>
            <a:r>
              <a:rPr lang="en-GB" sz="1100" err="1">
                <a:solidFill>
                  <a:srgbClr val="E3E3E3"/>
                </a:solidFill>
                <a:latin typeface="monospace"/>
              </a:rPr>
              <a:t>log_ram</a:t>
            </a:r>
            <a:r>
              <a:rPr lang="en-GB" sz="1100">
                <a:solidFill>
                  <a:srgbClr val="E3E3E3"/>
                </a:solidFill>
                <a:latin typeface="monospace"/>
              </a:rPr>
              <a:t>'</a:t>
            </a:r>
            <a:endParaRPr lang="en-US">
              <a:solidFill>
                <a:srgbClr val="FFFFFF"/>
              </a:solidFill>
              <a:latin typeface="Arial"/>
              <a:cs typeface="Arial"/>
            </a:endParaRPr>
          </a:p>
          <a:p>
            <a:r>
              <a:rPr lang="en-GB" sz="1100">
                <a:solidFill>
                  <a:srgbClr val="E3E3E3"/>
                </a:solidFill>
                <a:latin typeface="monospace"/>
              </a:rPr>
              <a:t>, '</a:t>
            </a:r>
            <a:r>
              <a:rPr lang="en-GB" sz="1100" err="1">
                <a:solidFill>
                  <a:srgbClr val="E3E3E3"/>
                </a:solidFill>
                <a:latin typeface="monospace"/>
              </a:rPr>
              <a:t>log_resolution</a:t>
            </a:r>
            <a:r>
              <a:rPr lang="en-GB" sz="1100">
                <a:solidFill>
                  <a:srgbClr val="E3E3E3"/>
                </a:solidFill>
                <a:latin typeface="monospace"/>
              </a:rPr>
              <a:t>']</a:t>
            </a:r>
            <a:endParaRPr lang="en-US">
              <a:cs typeface="Arial"/>
            </a:endParaRPr>
          </a:p>
        </p:txBody>
      </p:sp>
      <p:sp>
        <p:nvSpPr>
          <p:cNvPr id="13" name="TextBox 12">
            <a:extLst>
              <a:ext uri="{FF2B5EF4-FFF2-40B4-BE49-F238E27FC236}">
                <a16:creationId xmlns:a16="http://schemas.microsoft.com/office/drawing/2014/main" id="{2A68FD48-1E2E-A989-A471-543F65DE952B}"/>
              </a:ext>
            </a:extLst>
          </p:cNvPr>
          <p:cNvSpPr txBox="1"/>
          <p:nvPr/>
        </p:nvSpPr>
        <p:spPr>
          <a:xfrm>
            <a:off x="4299344" y="2565657"/>
            <a:ext cx="2955105"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cs typeface="Arial"/>
              </a:rPr>
              <a:t>Example :</a:t>
            </a:r>
          </a:p>
          <a:p>
            <a:r>
              <a:rPr lang="en-GB" sz="1200">
                <a:cs typeface="Arial"/>
              </a:rPr>
              <a:t>Resolution =</a:t>
            </a:r>
            <a:r>
              <a:rPr lang="en-GB" sz="1200" err="1">
                <a:solidFill>
                  <a:srgbClr val="CE9178"/>
                </a:solidFill>
                <a:latin typeface="monospace"/>
                <a:cs typeface="Arial"/>
              </a:rPr>
              <a:t>px_height</a:t>
            </a:r>
            <a:r>
              <a:rPr lang="en-GB" sz="1200">
                <a:solidFill>
                  <a:srgbClr val="CE9178"/>
                </a:solidFill>
                <a:latin typeface="monospace"/>
                <a:cs typeface="Arial"/>
              </a:rPr>
              <a:t>*</a:t>
            </a:r>
            <a:r>
              <a:rPr lang="en-GB" sz="1200" err="1">
                <a:solidFill>
                  <a:srgbClr val="CE9178"/>
                </a:solidFill>
                <a:latin typeface="monospace"/>
                <a:cs typeface="Arial"/>
              </a:rPr>
              <a:t>px_width</a:t>
            </a:r>
            <a:endParaRPr lang="en-GB" sz="1200">
              <a:solidFill>
                <a:srgbClr val="000000"/>
              </a:solidFill>
              <a:latin typeface="monospace"/>
              <a:cs typeface="Arial"/>
            </a:endParaRPr>
          </a:p>
          <a:p>
            <a:r>
              <a:rPr lang="en-GB" sz="1200">
                <a:cs typeface="Arial"/>
              </a:rPr>
              <a:t>Correlation heatmap score of </a:t>
            </a:r>
            <a:r>
              <a:rPr lang="en-GB" sz="1200" err="1">
                <a:solidFill>
                  <a:srgbClr val="CE9178"/>
                </a:solidFill>
                <a:latin typeface="monospace"/>
                <a:cs typeface="Arial"/>
              </a:rPr>
              <a:t>px_height</a:t>
            </a:r>
            <a:r>
              <a:rPr lang="en-GB" sz="1200">
                <a:solidFill>
                  <a:srgbClr val="CE9178"/>
                </a:solidFill>
                <a:latin typeface="monospace"/>
                <a:cs typeface="Arial"/>
              </a:rPr>
              <a:t>*</a:t>
            </a:r>
            <a:r>
              <a:rPr lang="en-GB" sz="1200" err="1">
                <a:solidFill>
                  <a:srgbClr val="CE9178"/>
                </a:solidFill>
                <a:latin typeface="monospace"/>
                <a:cs typeface="Arial"/>
              </a:rPr>
              <a:t>px_width</a:t>
            </a:r>
            <a:r>
              <a:rPr lang="en-GB" sz="1200">
                <a:solidFill>
                  <a:srgbClr val="CE9178"/>
                </a:solidFill>
                <a:latin typeface="monospace"/>
                <a:cs typeface="Arial"/>
              </a:rPr>
              <a:t> </a:t>
            </a:r>
            <a:r>
              <a:rPr lang="en-GB" sz="1200">
                <a:cs typeface="Arial"/>
              </a:rPr>
              <a:t>= 0.51</a:t>
            </a:r>
          </a:p>
          <a:p>
            <a:r>
              <a:rPr lang="en-GB" sz="1200">
                <a:solidFill>
                  <a:srgbClr val="FFFFFF"/>
                </a:solidFill>
                <a:latin typeface="Arial"/>
                <a:cs typeface="Arial"/>
              </a:rPr>
              <a:t>Range 0-1</a:t>
            </a:r>
          </a:p>
        </p:txBody>
      </p:sp>
      <p:pic>
        <p:nvPicPr>
          <p:cNvPr id="3" name="Picture 2" descr="A green and black sign&#10;&#10;AI-generated content may be incorrect.">
            <a:extLst>
              <a:ext uri="{FF2B5EF4-FFF2-40B4-BE49-F238E27FC236}">
                <a16:creationId xmlns:a16="http://schemas.microsoft.com/office/drawing/2014/main" id="{718C59B3-B6FA-ED8A-EA82-1FACD4414DD0}"/>
              </a:ext>
            </a:extLst>
          </p:cNvPr>
          <p:cNvPicPr>
            <a:picLocks noChangeAspect="1"/>
          </p:cNvPicPr>
          <p:nvPr/>
        </p:nvPicPr>
        <p:blipFill>
          <a:blip r:embed="rId2"/>
          <a:stretch>
            <a:fillRect/>
          </a:stretch>
        </p:blipFill>
        <p:spPr>
          <a:xfrm>
            <a:off x="50222" y="68406"/>
            <a:ext cx="789277" cy="248949"/>
          </a:xfrm>
          <a:prstGeom prst="rect">
            <a:avLst/>
          </a:prstGeom>
        </p:spPr>
      </p:pic>
    </p:spTree>
    <p:extLst>
      <p:ext uri="{BB962C8B-B14F-4D97-AF65-F5344CB8AC3E}">
        <p14:creationId xmlns:p14="http://schemas.microsoft.com/office/powerpoint/2010/main" val="4189400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43A2E94-F3B1-718E-909E-94258391F4AF}"/>
              </a:ext>
            </a:extLst>
          </p:cNvPr>
          <p:cNvSpPr txBox="1"/>
          <p:nvPr/>
        </p:nvSpPr>
        <p:spPr>
          <a:xfrm>
            <a:off x="973706" y="113761"/>
            <a:ext cx="2334792"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2: DATA PREPROCESSING</a:t>
            </a:r>
          </a:p>
        </p:txBody>
      </p:sp>
      <p:sp>
        <p:nvSpPr>
          <p:cNvPr id="8" name="TextBox 7">
            <a:extLst>
              <a:ext uri="{FF2B5EF4-FFF2-40B4-BE49-F238E27FC236}">
                <a16:creationId xmlns:a16="http://schemas.microsoft.com/office/drawing/2014/main" id="{9D36DCAF-4787-BD72-8CEB-6B83D829892E}"/>
              </a:ext>
            </a:extLst>
          </p:cNvPr>
          <p:cNvSpPr txBox="1"/>
          <p:nvPr/>
        </p:nvSpPr>
        <p:spPr>
          <a:xfrm>
            <a:off x="973706" y="634850"/>
            <a:ext cx="58293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Encoding Target</a:t>
            </a:r>
          </a:p>
        </p:txBody>
      </p:sp>
      <p:cxnSp>
        <p:nvCxnSpPr>
          <p:cNvPr id="10" name="Straight Arrow Connector 9">
            <a:extLst>
              <a:ext uri="{FF2B5EF4-FFF2-40B4-BE49-F238E27FC236}">
                <a16:creationId xmlns:a16="http://schemas.microsoft.com/office/drawing/2014/main" id="{F00B1194-A10D-BF9B-E3CF-32A6E72622F3}"/>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48C819F-8DCB-07C0-3698-2C38042D04F9}"/>
              </a:ext>
            </a:extLst>
          </p:cNvPr>
          <p:cNvSpPr txBox="1"/>
          <p:nvPr/>
        </p:nvSpPr>
        <p:spPr>
          <a:xfrm>
            <a:off x="1009402" y="1358240"/>
            <a:ext cx="515092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ea typeface="+mn-lt"/>
                <a:cs typeface="+mn-lt"/>
              </a:rPr>
              <a:t>Target encoding</a:t>
            </a:r>
            <a:r>
              <a:rPr lang="en-GB" sz="1200">
                <a:ea typeface="+mn-lt"/>
                <a:cs typeface="+mn-lt"/>
              </a:rPr>
              <a:t> is the process of converting the </a:t>
            </a:r>
            <a:r>
              <a:rPr lang="en-GB" sz="1200" b="1">
                <a:ea typeface="+mn-lt"/>
                <a:cs typeface="+mn-lt"/>
              </a:rPr>
              <a:t>target variable (class labels)</a:t>
            </a:r>
            <a:r>
              <a:rPr lang="en-GB" sz="1200">
                <a:ea typeface="+mn-lt"/>
                <a:cs typeface="+mn-lt"/>
              </a:rPr>
              <a:t> into a </a:t>
            </a:r>
            <a:r>
              <a:rPr lang="en-GB" sz="1200" b="1">
                <a:ea typeface="+mn-lt"/>
                <a:cs typeface="+mn-lt"/>
              </a:rPr>
              <a:t>numerical format</a:t>
            </a:r>
            <a:r>
              <a:rPr lang="en-GB" sz="1200">
                <a:ea typeface="+mn-lt"/>
                <a:cs typeface="+mn-lt"/>
              </a:rPr>
              <a:t> that machine learning models can understand.</a:t>
            </a:r>
            <a:endParaRPr lang="en-US" sz="1200">
              <a:cs typeface="Arial"/>
            </a:endParaRPr>
          </a:p>
          <a:p>
            <a:r>
              <a:rPr lang="en-GB" sz="1200">
                <a:ea typeface="+mn-lt"/>
                <a:cs typeface="+mn-lt"/>
              </a:rPr>
              <a:t>In classification problems, categorical target values are mapped to </a:t>
            </a:r>
            <a:r>
              <a:rPr lang="en-GB" sz="1200" b="1">
                <a:ea typeface="+mn-lt"/>
                <a:cs typeface="+mn-lt"/>
              </a:rPr>
              <a:t>numeric labels</a:t>
            </a:r>
            <a:r>
              <a:rPr lang="en-GB" sz="1200">
                <a:ea typeface="+mn-lt"/>
                <a:cs typeface="+mn-lt"/>
              </a:rPr>
              <a:t>.</a:t>
            </a:r>
            <a:endParaRPr lang="en-GB" sz="1200"/>
          </a:p>
          <a:p>
            <a:r>
              <a:rPr lang="en-GB">
                <a:cs typeface="Arial"/>
              </a:rPr>
              <a:t>Eg:- </a:t>
            </a:r>
            <a:r>
              <a:rPr lang="en-GB" sz="1200">
                <a:cs typeface="Arial"/>
              </a:rPr>
              <a:t>raw data very low, low, high, very high,</a:t>
            </a:r>
          </a:p>
          <a:p>
            <a:r>
              <a:rPr lang="en-GB" sz="1200">
                <a:cs typeface="Arial"/>
              </a:rPr>
              <a:t>Encoding:- very low-0, low-1, high-2, very high-3</a:t>
            </a:r>
          </a:p>
        </p:txBody>
      </p:sp>
      <p:pic>
        <p:nvPicPr>
          <p:cNvPr id="3" name="Picture 2" descr="A green and black sign&#10;&#10;AI-generated content may be incorrect.">
            <a:extLst>
              <a:ext uri="{FF2B5EF4-FFF2-40B4-BE49-F238E27FC236}">
                <a16:creationId xmlns:a16="http://schemas.microsoft.com/office/drawing/2014/main" id="{BF6E5285-7CCB-E030-FDF9-E25FE2211E6C}"/>
              </a:ext>
            </a:extLst>
          </p:cNvPr>
          <p:cNvPicPr>
            <a:picLocks noChangeAspect="1"/>
          </p:cNvPicPr>
          <p:nvPr/>
        </p:nvPicPr>
        <p:blipFill>
          <a:blip r:embed="rId2"/>
          <a:stretch>
            <a:fillRect/>
          </a:stretch>
        </p:blipFill>
        <p:spPr>
          <a:xfrm>
            <a:off x="50222" y="68406"/>
            <a:ext cx="789277" cy="248949"/>
          </a:xfrm>
          <a:prstGeom prst="rect">
            <a:avLst/>
          </a:prstGeom>
        </p:spPr>
      </p:pic>
    </p:spTree>
    <p:extLst>
      <p:ext uri="{BB962C8B-B14F-4D97-AF65-F5344CB8AC3E}">
        <p14:creationId xmlns:p14="http://schemas.microsoft.com/office/powerpoint/2010/main" val="3042317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AF343-8590-C74D-7195-51E9E771E97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E08150-74C9-868E-0156-CDE898CBF4B1}"/>
              </a:ext>
            </a:extLst>
          </p:cNvPr>
          <p:cNvSpPr txBox="1"/>
          <p:nvPr/>
        </p:nvSpPr>
        <p:spPr>
          <a:xfrm>
            <a:off x="973706" y="113761"/>
            <a:ext cx="2334792"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2: DATA PREPROCESSING</a:t>
            </a:r>
          </a:p>
        </p:txBody>
      </p:sp>
      <p:sp>
        <p:nvSpPr>
          <p:cNvPr id="8" name="TextBox 7">
            <a:extLst>
              <a:ext uri="{FF2B5EF4-FFF2-40B4-BE49-F238E27FC236}">
                <a16:creationId xmlns:a16="http://schemas.microsoft.com/office/drawing/2014/main" id="{C2251F51-212D-5346-9AD3-62AF9DB75B53}"/>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Data Splitting(Train-Test 80-20)</a:t>
            </a:r>
          </a:p>
        </p:txBody>
      </p:sp>
      <p:cxnSp>
        <p:nvCxnSpPr>
          <p:cNvPr id="10" name="Straight Arrow Connector 9">
            <a:extLst>
              <a:ext uri="{FF2B5EF4-FFF2-40B4-BE49-F238E27FC236}">
                <a16:creationId xmlns:a16="http://schemas.microsoft.com/office/drawing/2014/main" id="{0BE56646-AD57-A599-CA9D-E5616C09D8FC}"/>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F234C86-AEDC-1885-F8B8-A8D51FC391DB}"/>
              </a:ext>
            </a:extLst>
          </p:cNvPr>
          <p:cNvSpPr txBox="1"/>
          <p:nvPr/>
        </p:nvSpPr>
        <p:spPr>
          <a:xfrm>
            <a:off x="1009402" y="1358240"/>
            <a:ext cx="542049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ea typeface="+mn-lt"/>
                <a:cs typeface="+mn-lt"/>
              </a:rPr>
              <a:t>The dataset is divided into two parts:</a:t>
            </a:r>
            <a:endParaRPr lang="en-US"/>
          </a:p>
          <a:p>
            <a:pPr marL="285750" indent="-285750">
              <a:buFont typeface="Arial"/>
              <a:buChar char="•"/>
            </a:pPr>
            <a:r>
              <a:rPr lang="en-GB" sz="1200" b="1">
                <a:ea typeface="+mn-lt"/>
                <a:cs typeface="+mn-lt"/>
              </a:rPr>
              <a:t>80% Training data</a:t>
            </a:r>
            <a:r>
              <a:rPr lang="en-GB" sz="1200">
                <a:ea typeface="+mn-lt"/>
                <a:cs typeface="+mn-lt"/>
              </a:rPr>
              <a:t> – used to train the model</a:t>
            </a:r>
            <a:endParaRPr lang="en-GB"/>
          </a:p>
          <a:p>
            <a:pPr marL="285750" indent="-285750">
              <a:buFont typeface="Arial"/>
              <a:buChar char="•"/>
            </a:pPr>
            <a:r>
              <a:rPr lang="en-GB" sz="1200" b="1">
                <a:ea typeface="+mn-lt"/>
                <a:cs typeface="+mn-lt"/>
              </a:rPr>
              <a:t>20% Testing data</a:t>
            </a:r>
            <a:r>
              <a:rPr lang="en-GB" sz="1200">
                <a:ea typeface="+mn-lt"/>
                <a:cs typeface="+mn-lt"/>
              </a:rPr>
              <a:t> – used to evaluate model performance on unseen data</a:t>
            </a:r>
            <a:endParaRPr lang="en-GB"/>
          </a:p>
          <a:p>
            <a:r>
              <a:rPr lang="en-GB" sz="1200">
                <a:ea typeface="+mn-lt"/>
                <a:cs typeface="+mn-lt"/>
              </a:rPr>
              <a:t>This helps in checking how well the model </a:t>
            </a:r>
            <a:r>
              <a:rPr lang="en-GB" sz="1200" b="1">
                <a:ea typeface="+mn-lt"/>
                <a:cs typeface="+mn-lt"/>
              </a:rPr>
              <a:t>generalizes to new data</a:t>
            </a:r>
            <a:r>
              <a:rPr lang="en-GB" sz="1200">
                <a:ea typeface="+mn-lt"/>
                <a:cs typeface="+mn-lt"/>
              </a:rPr>
              <a:t> and prevents overfitting.</a:t>
            </a:r>
            <a:endParaRPr lang="en-GB"/>
          </a:p>
          <a:p>
            <a:endParaRPr lang="en-GB" sz="1200">
              <a:cs typeface="Arial"/>
            </a:endParaRPr>
          </a:p>
          <a:p>
            <a:r>
              <a:rPr lang="en-GB" sz="1200">
                <a:cs typeface="Arial"/>
              </a:rPr>
              <a:t>Our Split data :- </a:t>
            </a:r>
            <a:r>
              <a:rPr lang="en-GB" sz="1100">
                <a:solidFill>
                  <a:srgbClr val="E3E3E3"/>
                </a:solidFill>
                <a:latin typeface="monospace"/>
                <a:cs typeface="Arial"/>
              </a:rPr>
              <a:t>Train shape : (1600, 30) Test shape : (400, 30)</a:t>
            </a:r>
            <a:endParaRPr lang="en-GB" sz="1200">
              <a:cs typeface="Arial"/>
            </a:endParaRPr>
          </a:p>
        </p:txBody>
      </p:sp>
      <p:pic>
        <p:nvPicPr>
          <p:cNvPr id="3" name="Picture 2" descr="A green and black sign&#10;&#10;AI-generated content may be incorrect.">
            <a:extLst>
              <a:ext uri="{FF2B5EF4-FFF2-40B4-BE49-F238E27FC236}">
                <a16:creationId xmlns:a16="http://schemas.microsoft.com/office/drawing/2014/main" id="{2D3BB15C-90EC-250D-4754-E3BBDD8B7A4F}"/>
              </a:ext>
            </a:extLst>
          </p:cNvPr>
          <p:cNvPicPr>
            <a:picLocks noChangeAspect="1"/>
          </p:cNvPicPr>
          <p:nvPr/>
        </p:nvPicPr>
        <p:blipFill>
          <a:blip r:embed="rId2"/>
          <a:stretch>
            <a:fillRect/>
          </a:stretch>
        </p:blipFill>
        <p:spPr>
          <a:xfrm>
            <a:off x="50222" y="68406"/>
            <a:ext cx="789277" cy="248949"/>
          </a:xfrm>
          <a:prstGeom prst="rect">
            <a:avLst/>
          </a:prstGeom>
        </p:spPr>
      </p:pic>
    </p:spTree>
    <p:extLst>
      <p:ext uri="{BB962C8B-B14F-4D97-AF65-F5344CB8AC3E}">
        <p14:creationId xmlns:p14="http://schemas.microsoft.com/office/powerpoint/2010/main" val="2756947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AC4F8-A782-CFF1-5CC6-41036E9F99B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002B755-F998-2B2C-85D8-0C6292708CC6}"/>
              </a:ext>
            </a:extLst>
          </p:cNvPr>
          <p:cNvSpPr txBox="1"/>
          <p:nvPr/>
        </p:nvSpPr>
        <p:spPr>
          <a:xfrm>
            <a:off x="973706" y="113761"/>
            <a:ext cx="2334792"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2: DATA PREPROCESSING</a:t>
            </a:r>
          </a:p>
        </p:txBody>
      </p:sp>
      <p:sp>
        <p:nvSpPr>
          <p:cNvPr id="8" name="TextBox 7">
            <a:extLst>
              <a:ext uri="{FF2B5EF4-FFF2-40B4-BE49-F238E27FC236}">
                <a16:creationId xmlns:a16="http://schemas.microsoft.com/office/drawing/2014/main" id="{4D0D9917-C4B3-AC83-BF69-0EC5202FD7EE}"/>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Standardization</a:t>
            </a:r>
          </a:p>
        </p:txBody>
      </p:sp>
      <p:cxnSp>
        <p:nvCxnSpPr>
          <p:cNvPr id="10" name="Straight Arrow Connector 9">
            <a:extLst>
              <a:ext uri="{FF2B5EF4-FFF2-40B4-BE49-F238E27FC236}">
                <a16:creationId xmlns:a16="http://schemas.microsoft.com/office/drawing/2014/main" id="{3ED73980-6A2B-BAFB-9B26-CFD37493CB6B}"/>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FB40B1E-0601-5814-F06D-D394F9B973A7}"/>
              </a:ext>
            </a:extLst>
          </p:cNvPr>
          <p:cNvSpPr txBox="1"/>
          <p:nvPr/>
        </p:nvSpPr>
        <p:spPr>
          <a:xfrm>
            <a:off x="168326" y="1293542"/>
            <a:ext cx="4406894"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ea typeface="+mn-lt"/>
                <a:cs typeface="+mn-lt"/>
              </a:rPr>
              <a:t>Standardization</a:t>
            </a:r>
            <a:r>
              <a:rPr lang="en-GB" sz="1200">
                <a:ea typeface="+mn-lt"/>
                <a:cs typeface="+mn-lt"/>
              </a:rPr>
              <a:t> is a data preprocessing technique used to scale numerical features so that they have:</a:t>
            </a:r>
            <a:endParaRPr lang="en-US"/>
          </a:p>
          <a:p>
            <a:pPr marL="285750" indent="-285750">
              <a:buFont typeface="Arial"/>
              <a:buChar char="•"/>
            </a:pPr>
            <a:r>
              <a:rPr lang="en-GB" sz="1200" b="1">
                <a:ea typeface="+mn-lt"/>
                <a:cs typeface="+mn-lt"/>
              </a:rPr>
              <a:t>Mean = 0</a:t>
            </a:r>
            <a:endParaRPr lang="en-GB"/>
          </a:p>
          <a:p>
            <a:pPr marL="285750" indent="-285750">
              <a:buFont typeface="Arial"/>
              <a:buChar char="•"/>
            </a:pPr>
            <a:r>
              <a:rPr lang="en-GB" sz="1200" b="1">
                <a:ea typeface="+mn-lt"/>
                <a:cs typeface="+mn-lt"/>
              </a:rPr>
              <a:t>Standard deviation = 1</a:t>
            </a:r>
            <a:endParaRPr lang="en-GB"/>
          </a:p>
          <a:p>
            <a:r>
              <a:rPr lang="en-GB" sz="1200">
                <a:ea typeface="+mn-lt"/>
                <a:cs typeface="+mn-lt"/>
              </a:rPr>
              <a:t>This ensures all features are on the </a:t>
            </a:r>
            <a:r>
              <a:rPr lang="en-GB" sz="1200" b="1">
                <a:ea typeface="+mn-lt"/>
                <a:cs typeface="+mn-lt"/>
              </a:rPr>
              <a:t>same scale</a:t>
            </a:r>
            <a:r>
              <a:rPr lang="en-GB" sz="1200">
                <a:ea typeface="+mn-lt"/>
                <a:cs typeface="+mn-lt"/>
              </a:rPr>
              <a:t>.</a:t>
            </a:r>
            <a:endParaRPr lang="en-GB"/>
          </a:p>
          <a:p>
            <a:endParaRPr lang="en-GB" sz="1200" u="sng">
              <a:cs typeface="Arial"/>
            </a:endParaRPr>
          </a:p>
          <a:p>
            <a:r>
              <a:rPr lang="en-GB" b="1" u="sng"/>
              <a:t>Why standardization is used:</a:t>
            </a:r>
            <a:endParaRPr lang="en-GB" u="sng"/>
          </a:p>
          <a:p>
            <a:pPr marL="285750" indent="-285750">
              <a:buFont typeface="Arial"/>
              <a:buChar char="•"/>
            </a:pPr>
            <a:r>
              <a:rPr lang="en-GB" sz="1200">
                <a:ea typeface="+mn-lt"/>
                <a:cs typeface="+mn-lt"/>
              </a:rPr>
              <a:t>Prevents features with large values from dominating</a:t>
            </a:r>
            <a:endParaRPr lang="en-GB"/>
          </a:p>
          <a:p>
            <a:endParaRPr lang="en-GB" sz="1200">
              <a:cs typeface="Arial"/>
            </a:endParaRPr>
          </a:p>
          <a:p>
            <a:endParaRPr lang="en-GB" sz="1200">
              <a:cs typeface="Arial"/>
            </a:endParaRPr>
          </a:p>
          <a:p>
            <a:endParaRPr lang="en-GB" sz="1200">
              <a:cs typeface="Arial"/>
            </a:endParaRPr>
          </a:p>
        </p:txBody>
      </p:sp>
      <p:sp>
        <p:nvSpPr>
          <p:cNvPr id="2" name="TextBox 1">
            <a:extLst>
              <a:ext uri="{FF2B5EF4-FFF2-40B4-BE49-F238E27FC236}">
                <a16:creationId xmlns:a16="http://schemas.microsoft.com/office/drawing/2014/main" id="{C0DA9A0B-BDFA-95E2-841C-055E9393454D}"/>
              </a:ext>
            </a:extLst>
          </p:cNvPr>
          <p:cNvSpPr txBox="1"/>
          <p:nvPr/>
        </p:nvSpPr>
        <p:spPr>
          <a:xfrm>
            <a:off x="4757552" y="1328551"/>
            <a:ext cx="4030188"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t>Example: Standardization of RAM</a:t>
            </a:r>
            <a:endParaRPr lang="en-US" sz="1000">
              <a:cs typeface="Arial"/>
            </a:endParaRPr>
          </a:p>
          <a:p>
            <a:r>
              <a:rPr lang="en-GB" sz="1000">
                <a:ea typeface="+mn-lt"/>
                <a:cs typeface="+mn-lt"/>
              </a:rPr>
              <a:t>Assume </a:t>
            </a:r>
            <a:r>
              <a:rPr lang="en-GB" sz="1000" b="1">
                <a:ea typeface="+mn-lt"/>
                <a:cs typeface="+mn-lt"/>
              </a:rPr>
              <a:t>RAM values (GB)</a:t>
            </a:r>
            <a:r>
              <a:rPr lang="en-GB" sz="1000">
                <a:ea typeface="+mn-lt"/>
                <a:cs typeface="+mn-lt"/>
              </a:rPr>
              <a:t> in training data:</a:t>
            </a:r>
            <a:endParaRPr lang="en-GB" sz="1000">
              <a:cs typeface="Arial"/>
            </a:endParaRPr>
          </a:p>
          <a:p>
            <a:r>
              <a:rPr lang="en-GB" sz="1000">
                <a:latin typeface="Consolas"/>
              </a:rPr>
              <a:t>[2, 4, 6, 8]</a:t>
            </a:r>
            <a:endParaRPr lang="en-GB" sz="1000">
              <a:cs typeface="Arial"/>
            </a:endParaRPr>
          </a:p>
          <a:p>
            <a:r>
              <a:rPr lang="en-GB" sz="1000"/>
              <a:t>Step 1: Calculate Mean (μ)=( 2+4+6+8)/4 = 20/4=5</a:t>
            </a:r>
            <a:endParaRPr lang="en-GB" sz="1000">
              <a:cs typeface="Arial"/>
            </a:endParaRPr>
          </a:p>
          <a:p>
            <a:endParaRPr lang="en-GB" sz="1000">
              <a:ea typeface="+mn-lt"/>
              <a:cs typeface="+mn-lt"/>
            </a:endParaRPr>
          </a:p>
          <a:p>
            <a:r>
              <a:rPr lang="en-GB" sz="1000">
                <a:ea typeface="+mn-lt"/>
                <a:cs typeface="+mn-lt"/>
              </a:rPr>
              <a:t>Step 2: Calculate Standard Deviation (σ)</a:t>
            </a:r>
          </a:p>
          <a:p>
            <a:r>
              <a:rPr lang="en-GB" sz="1000">
                <a:ea typeface="+mn-lt"/>
                <a:cs typeface="+mn-lt"/>
              </a:rPr>
              <a:t>=root[(2-5)^2+(4-5)^2+(6-5)^2+(8-5)^2]/4 = root5= 2.236</a:t>
            </a:r>
          </a:p>
          <a:p>
            <a:endParaRPr lang="en-GB" sz="1000">
              <a:ea typeface="+mn-lt"/>
              <a:cs typeface="+mn-lt"/>
            </a:endParaRPr>
          </a:p>
          <a:p>
            <a:r>
              <a:rPr lang="en-GB" sz="1000">
                <a:ea typeface="+mn-lt"/>
                <a:cs typeface="+mn-lt"/>
              </a:rPr>
              <a:t>Step 3: Standardize one value (x = 8 GB)</a:t>
            </a:r>
            <a:endParaRPr lang="en-GB"/>
          </a:p>
          <a:p>
            <a:r>
              <a:rPr lang="en-GB" sz="1000">
                <a:ea typeface="+mn-lt"/>
                <a:cs typeface="+mn-lt"/>
              </a:rPr>
              <a:t>= z=(x-u)/sigma</a:t>
            </a:r>
          </a:p>
          <a:p>
            <a:r>
              <a:rPr lang="en-GB" sz="1000">
                <a:ea typeface="+mn-lt"/>
                <a:cs typeface="+mn-lt"/>
              </a:rPr>
              <a:t>Z=(8-5)/2.236=3/2.236=1.34 </a:t>
            </a:r>
          </a:p>
          <a:p>
            <a:endParaRPr lang="en-GB" sz="1000">
              <a:ea typeface="+mn-lt"/>
              <a:cs typeface="+mn-lt"/>
            </a:endParaRPr>
          </a:p>
          <a:p>
            <a:r>
              <a:rPr lang="en-GB" sz="1000">
                <a:ea typeface="+mn-lt"/>
                <a:cs typeface="+mn-lt"/>
              </a:rPr>
              <a:t>Original ram= 8 standardized ram +1.34</a:t>
            </a:r>
          </a:p>
          <a:p>
            <a:pPr marL="285750" indent="-285750">
              <a:buFont typeface="Arial"/>
              <a:buChar char="•"/>
            </a:pPr>
            <a:r>
              <a:rPr lang="en-GB" sz="1000">
                <a:ea typeface="+mn-lt"/>
                <a:cs typeface="+mn-lt"/>
              </a:rPr>
              <a:t>2 → </a:t>
            </a:r>
            <a:r>
              <a:rPr lang="en-GB" sz="1000" b="1">
                <a:ea typeface="+mn-lt"/>
                <a:cs typeface="+mn-lt"/>
              </a:rPr>
              <a:t>−1.34</a:t>
            </a:r>
            <a:endParaRPr lang="en-GB"/>
          </a:p>
          <a:p>
            <a:pPr marL="285750" indent="-285750">
              <a:buFont typeface="Arial"/>
              <a:buChar char="•"/>
            </a:pPr>
            <a:r>
              <a:rPr lang="en-GB" sz="1000">
                <a:ea typeface="+mn-lt"/>
                <a:cs typeface="+mn-lt"/>
              </a:rPr>
              <a:t>4 → </a:t>
            </a:r>
            <a:r>
              <a:rPr lang="en-GB" sz="1000" b="1">
                <a:ea typeface="+mn-lt"/>
                <a:cs typeface="+mn-lt"/>
              </a:rPr>
              <a:t>−0.45</a:t>
            </a:r>
            <a:endParaRPr lang="en-GB"/>
          </a:p>
          <a:p>
            <a:pPr marL="285750" indent="-285750">
              <a:buFont typeface="Arial"/>
              <a:buChar char="•"/>
            </a:pPr>
            <a:r>
              <a:rPr lang="en-GB" sz="1000">
                <a:ea typeface="+mn-lt"/>
                <a:cs typeface="+mn-lt"/>
              </a:rPr>
              <a:t>6 → </a:t>
            </a:r>
            <a:r>
              <a:rPr lang="en-GB" sz="1000" b="1">
                <a:ea typeface="+mn-lt"/>
                <a:cs typeface="+mn-lt"/>
              </a:rPr>
              <a:t>+0.45</a:t>
            </a:r>
            <a:endParaRPr lang="en-GB"/>
          </a:p>
          <a:p>
            <a:pPr marL="285750" indent="-285750">
              <a:buFont typeface="Arial"/>
              <a:buChar char="•"/>
            </a:pPr>
            <a:r>
              <a:rPr lang="en-GB" sz="1000">
                <a:ea typeface="+mn-lt"/>
                <a:cs typeface="+mn-lt"/>
              </a:rPr>
              <a:t>8 → </a:t>
            </a:r>
            <a:r>
              <a:rPr lang="en-GB" sz="1000" b="1">
                <a:ea typeface="+mn-lt"/>
                <a:cs typeface="+mn-lt"/>
              </a:rPr>
              <a:t>+1.34</a:t>
            </a:r>
            <a:endParaRPr lang="en-GB"/>
          </a:p>
          <a:p>
            <a:endParaRPr lang="en-GB" sz="1000" b="1">
              <a:cs typeface="Arial"/>
            </a:endParaRPr>
          </a:p>
          <a:p>
            <a:r>
              <a:rPr lang="en-GB" sz="1000"/>
              <a:t>Now check the standardized feature</a:t>
            </a:r>
            <a:endParaRPr lang="en-GB" sz="1000">
              <a:cs typeface="Arial"/>
            </a:endParaRPr>
          </a:p>
          <a:p>
            <a:pPr marL="285750" indent="-285750">
              <a:buFont typeface="Arial"/>
              <a:buChar char="•"/>
            </a:pPr>
            <a:r>
              <a:rPr lang="en-GB" sz="1000">
                <a:ea typeface="+mn-lt"/>
                <a:cs typeface="+mn-lt"/>
              </a:rPr>
              <a:t>Mean of </a:t>
            </a:r>
            <a:r>
              <a:rPr lang="en-GB" sz="1000" b="1">
                <a:ea typeface="+mn-lt"/>
                <a:cs typeface="+mn-lt"/>
              </a:rPr>
              <a:t>all z-values</a:t>
            </a:r>
            <a:r>
              <a:rPr lang="en-GB" sz="1000">
                <a:ea typeface="+mn-lt"/>
                <a:cs typeface="+mn-lt"/>
              </a:rPr>
              <a:t> ≈ </a:t>
            </a:r>
            <a:r>
              <a:rPr lang="en-GB" sz="1000" b="1">
                <a:ea typeface="+mn-lt"/>
                <a:cs typeface="+mn-lt"/>
              </a:rPr>
              <a:t>0</a:t>
            </a:r>
            <a:endParaRPr lang="en-GB" sz="1000">
              <a:cs typeface="Arial"/>
            </a:endParaRPr>
          </a:p>
          <a:p>
            <a:pPr marL="285750" indent="-285750">
              <a:buFont typeface="Arial"/>
              <a:buChar char="•"/>
            </a:pPr>
            <a:r>
              <a:rPr lang="en-GB" sz="1000">
                <a:ea typeface="+mn-lt"/>
                <a:cs typeface="+mn-lt"/>
              </a:rPr>
              <a:t>Standard deviation of </a:t>
            </a:r>
            <a:r>
              <a:rPr lang="en-GB" sz="1000" b="1">
                <a:ea typeface="+mn-lt"/>
                <a:cs typeface="+mn-lt"/>
              </a:rPr>
              <a:t>all z-values</a:t>
            </a:r>
            <a:r>
              <a:rPr lang="en-GB" sz="1000">
                <a:ea typeface="+mn-lt"/>
                <a:cs typeface="+mn-lt"/>
              </a:rPr>
              <a:t> ≈ </a:t>
            </a:r>
            <a:r>
              <a:rPr lang="en-GB" sz="1000" b="1">
                <a:ea typeface="+mn-lt"/>
                <a:cs typeface="+mn-lt"/>
              </a:rPr>
              <a:t>1</a:t>
            </a:r>
            <a:endParaRPr lang="en-GB" sz="1000">
              <a:cs typeface="Arial"/>
            </a:endParaRPr>
          </a:p>
          <a:p>
            <a:r>
              <a:rPr lang="en-GB" sz="1000" b="1">
                <a:ea typeface="+mn-lt"/>
                <a:cs typeface="+mn-lt"/>
              </a:rPr>
              <a:t>This is where mean = 0 and std = 1 happen</a:t>
            </a:r>
            <a:endParaRPr lang="en-GB"/>
          </a:p>
          <a:p>
            <a:endParaRPr lang="en-GB" sz="1000">
              <a:ea typeface="+mn-lt"/>
              <a:cs typeface="+mn-lt"/>
            </a:endParaRPr>
          </a:p>
          <a:p>
            <a:endParaRPr lang="en-GB" sz="1000">
              <a:ea typeface="+mn-lt"/>
              <a:cs typeface="+mn-lt"/>
            </a:endParaRPr>
          </a:p>
        </p:txBody>
      </p:sp>
      <p:pic>
        <p:nvPicPr>
          <p:cNvPr id="4" name="Picture 3" descr="A green and black sign&#10;&#10;AI-generated content may be incorrect.">
            <a:extLst>
              <a:ext uri="{FF2B5EF4-FFF2-40B4-BE49-F238E27FC236}">
                <a16:creationId xmlns:a16="http://schemas.microsoft.com/office/drawing/2014/main" id="{D56E2D87-6E83-03D6-4A9C-918D89796C6F}"/>
              </a:ext>
            </a:extLst>
          </p:cNvPr>
          <p:cNvPicPr>
            <a:picLocks noChangeAspect="1"/>
          </p:cNvPicPr>
          <p:nvPr/>
        </p:nvPicPr>
        <p:blipFill>
          <a:blip r:embed="rId2"/>
          <a:stretch>
            <a:fillRect/>
          </a:stretch>
        </p:blipFill>
        <p:spPr>
          <a:xfrm>
            <a:off x="50222" y="68406"/>
            <a:ext cx="789277" cy="248949"/>
          </a:xfrm>
          <a:prstGeom prst="rect">
            <a:avLst/>
          </a:prstGeom>
        </p:spPr>
      </p:pic>
    </p:spTree>
    <p:extLst>
      <p:ext uri="{BB962C8B-B14F-4D97-AF65-F5344CB8AC3E}">
        <p14:creationId xmlns:p14="http://schemas.microsoft.com/office/powerpoint/2010/main" val="75512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AFB45-A5C2-36E1-B99E-B9B7D0C88E1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F9A58FB-1434-1399-6713-F3E5E3718C60}"/>
              </a:ext>
            </a:extLst>
          </p:cNvPr>
          <p:cNvSpPr txBox="1"/>
          <p:nvPr/>
        </p:nvSpPr>
        <p:spPr>
          <a:xfrm>
            <a:off x="1006055" y="113761"/>
            <a:ext cx="1709377"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3: MODEL TRAIN</a:t>
            </a:r>
          </a:p>
        </p:txBody>
      </p:sp>
      <p:sp>
        <p:nvSpPr>
          <p:cNvPr id="8" name="TextBox 7">
            <a:extLst>
              <a:ext uri="{FF2B5EF4-FFF2-40B4-BE49-F238E27FC236}">
                <a16:creationId xmlns:a16="http://schemas.microsoft.com/office/drawing/2014/main" id="{B46B49EA-3AF4-DB3F-E086-0ECC9ACAB82F}"/>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Training all 5 Models</a:t>
            </a:r>
          </a:p>
        </p:txBody>
      </p:sp>
      <p:cxnSp>
        <p:nvCxnSpPr>
          <p:cNvPr id="10" name="Straight Arrow Connector 9">
            <a:extLst>
              <a:ext uri="{FF2B5EF4-FFF2-40B4-BE49-F238E27FC236}">
                <a16:creationId xmlns:a16="http://schemas.microsoft.com/office/drawing/2014/main" id="{0B9E8941-9CB0-81B9-4CC9-6BE1353DF9DA}"/>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A green and black sign&#10;&#10;AI-generated content may be incorrect.">
            <a:extLst>
              <a:ext uri="{FF2B5EF4-FFF2-40B4-BE49-F238E27FC236}">
                <a16:creationId xmlns:a16="http://schemas.microsoft.com/office/drawing/2014/main" id="{403C14E6-F25A-B1F6-2F9B-2F480EF486F6}"/>
              </a:ext>
            </a:extLst>
          </p:cNvPr>
          <p:cNvPicPr>
            <a:picLocks noChangeAspect="1"/>
          </p:cNvPicPr>
          <p:nvPr/>
        </p:nvPicPr>
        <p:blipFill>
          <a:blip r:embed="rId2"/>
          <a:stretch>
            <a:fillRect/>
          </a:stretch>
        </p:blipFill>
        <p:spPr>
          <a:xfrm>
            <a:off x="50222" y="68406"/>
            <a:ext cx="789277" cy="248949"/>
          </a:xfrm>
          <a:prstGeom prst="rect">
            <a:avLst/>
          </a:prstGeom>
        </p:spPr>
      </p:pic>
      <p:sp>
        <p:nvSpPr>
          <p:cNvPr id="4" name="TextBox 3">
            <a:extLst>
              <a:ext uri="{FF2B5EF4-FFF2-40B4-BE49-F238E27FC236}">
                <a16:creationId xmlns:a16="http://schemas.microsoft.com/office/drawing/2014/main" id="{C1488025-C41C-5C2E-A207-C28D4D8F6877}"/>
              </a:ext>
            </a:extLst>
          </p:cNvPr>
          <p:cNvSpPr txBox="1"/>
          <p:nvPr/>
        </p:nvSpPr>
        <p:spPr>
          <a:xfrm>
            <a:off x="100012" y="1428750"/>
            <a:ext cx="1485900" cy="369331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cs typeface="Arial"/>
              </a:rPr>
              <a:t>SGD linear Classifier</a:t>
            </a:r>
          </a:p>
          <a:p>
            <a:endParaRPr lang="en-GB" sz="900"/>
          </a:p>
          <a:p>
            <a:r>
              <a:rPr lang="en-GB" sz="900" b="1"/>
              <a:t>1️⃣ SGD Linear Classifier</a:t>
            </a:r>
            <a:endParaRPr lang="en-GB" sz="900">
              <a:cs typeface="Arial"/>
            </a:endParaRPr>
          </a:p>
          <a:p>
            <a:r>
              <a:rPr lang="en-GB" sz="900" b="1">
                <a:ea typeface="+mn-lt"/>
                <a:cs typeface="+mn-lt"/>
              </a:rPr>
              <a:t>What it is:</a:t>
            </a:r>
            <a:br>
              <a:rPr lang="en-GB" sz="900" b="1">
                <a:ea typeface="+mn-lt"/>
                <a:cs typeface="+mn-lt"/>
              </a:rPr>
            </a:br>
            <a:r>
              <a:rPr lang="en-GB" sz="900">
                <a:ea typeface="+mn-lt"/>
                <a:cs typeface="+mn-lt"/>
              </a:rPr>
              <a:t>A linear classification model trained using Stochastic Gradient Descent.</a:t>
            </a:r>
            <a:endParaRPr lang="en-GB" sz="900">
              <a:cs typeface="Arial"/>
            </a:endParaRPr>
          </a:p>
          <a:p>
            <a:r>
              <a:rPr lang="en-GB" sz="900" b="1">
                <a:ea typeface="+mn-lt"/>
                <a:cs typeface="+mn-lt"/>
              </a:rPr>
              <a:t>How it works (steps):</a:t>
            </a:r>
            <a:endParaRPr lang="en-GB" sz="900">
              <a:cs typeface="Arial"/>
            </a:endParaRPr>
          </a:p>
          <a:p>
            <a:pPr marL="285750" indent="-285750">
              <a:buFont typeface="Arial"/>
              <a:buChar char="•"/>
            </a:pPr>
            <a:r>
              <a:rPr lang="en-GB" sz="900">
                <a:ea typeface="+mn-lt"/>
                <a:cs typeface="+mn-lt"/>
              </a:rPr>
              <a:t>Initializes weights</a:t>
            </a:r>
            <a:endParaRPr lang="en-GB" sz="900">
              <a:cs typeface="Arial"/>
            </a:endParaRPr>
          </a:p>
          <a:p>
            <a:pPr marL="285750" indent="-285750">
              <a:buFont typeface="Arial"/>
              <a:buChar char="•"/>
            </a:pPr>
            <a:r>
              <a:rPr lang="en-GB" sz="900">
                <a:ea typeface="+mn-lt"/>
                <a:cs typeface="+mn-lt"/>
              </a:rPr>
              <a:t>Calculates prediction error</a:t>
            </a:r>
            <a:endParaRPr lang="en-GB" sz="900">
              <a:cs typeface="Arial"/>
            </a:endParaRPr>
          </a:p>
          <a:p>
            <a:pPr marL="285750" indent="-285750">
              <a:buFont typeface="Arial"/>
              <a:buChar char="•"/>
            </a:pPr>
            <a:r>
              <a:rPr lang="en-GB" sz="900">
                <a:ea typeface="+mn-lt"/>
                <a:cs typeface="+mn-lt"/>
              </a:rPr>
              <a:t>Updates weights using gradient descent</a:t>
            </a:r>
            <a:endParaRPr lang="en-GB" sz="900">
              <a:cs typeface="Arial"/>
            </a:endParaRPr>
          </a:p>
          <a:p>
            <a:pPr marL="285750" indent="-285750">
              <a:buFont typeface="Arial"/>
              <a:buChar char="•"/>
            </a:pPr>
            <a:r>
              <a:rPr lang="en-GB" sz="900">
                <a:ea typeface="+mn-lt"/>
                <a:cs typeface="+mn-lt"/>
              </a:rPr>
              <a:t>Repeats until loss is minimized</a:t>
            </a:r>
            <a:endParaRPr lang="en-GB" sz="900">
              <a:cs typeface="Arial"/>
            </a:endParaRPr>
          </a:p>
          <a:p>
            <a:r>
              <a:rPr lang="en-GB" sz="900" b="1">
                <a:ea typeface="+mn-lt"/>
                <a:cs typeface="+mn-lt"/>
              </a:rPr>
              <a:t>Core idea / formula:</a:t>
            </a:r>
            <a:endParaRPr lang="en-GB" sz="900">
              <a:ea typeface="+mn-lt"/>
              <a:cs typeface="+mn-lt"/>
            </a:endParaRPr>
          </a:p>
          <a:p>
            <a:r>
              <a:rPr lang="en-GB" sz="900">
                <a:cs typeface="Arial"/>
              </a:rPr>
              <a:t>y =</a:t>
            </a:r>
            <a:r>
              <a:rPr lang="en-GB" sz="900" err="1">
                <a:cs typeface="Arial"/>
              </a:rPr>
              <a:t>mx+c</a:t>
            </a:r>
            <a:endParaRPr lang="en-GB" sz="900">
              <a:cs typeface="Arial"/>
            </a:endParaRPr>
          </a:p>
          <a:p>
            <a:r>
              <a:rPr lang="en-GB" sz="900" b="1">
                <a:ea typeface="+mn-lt"/>
                <a:cs typeface="+mn-lt"/>
              </a:rPr>
              <a:t>Key point:</a:t>
            </a:r>
            <a:endParaRPr lang="en-GB" sz="900">
              <a:cs typeface="Arial"/>
            </a:endParaRPr>
          </a:p>
          <a:p>
            <a:pPr marL="285750" indent="-285750">
              <a:buFont typeface="Arial"/>
              <a:buChar char="•"/>
            </a:pPr>
            <a:r>
              <a:rPr lang="en-GB" sz="900">
                <a:ea typeface="+mn-lt"/>
                <a:cs typeface="+mn-lt"/>
              </a:rPr>
              <a:t>Fast and efficient for large data</a:t>
            </a:r>
            <a:endParaRPr lang="en-GB" sz="900">
              <a:cs typeface="Arial"/>
            </a:endParaRPr>
          </a:p>
          <a:p>
            <a:pPr marL="285750" indent="-285750">
              <a:buFont typeface="Arial"/>
              <a:buChar char="•"/>
            </a:pPr>
            <a:r>
              <a:rPr lang="en-GB" sz="900">
                <a:ea typeface="+mn-lt"/>
                <a:cs typeface="+mn-lt"/>
              </a:rPr>
              <a:t>Works well when data is linearly separable</a:t>
            </a:r>
            <a:endParaRPr lang="en-GB" sz="900">
              <a:cs typeface="Arial"/>
            </a:endParaRPr>
          </a:p>
        </p:txBody>
      </p:sp>
      <p:sp>
        <p:nvSpPr>
          <p:cNvPr id="11" name="TextBox 10">
            <a:extLst>
              <a:ext uri="{FF2B5EF4-FFF2-40B4-BE49-F238E27FC236}">
                <a16:creationId xmlns:a16="http://schemas.microsoft.com/office/drawing/2014/main" id="{81F4DC7F-F04C-5450-BEAC-502BBFF4D421}"/>
              </a:ext>
            </a:extLst>
          </p:cNvPr>
          <p:cNvSpPr txBox="1"/>
          <p:nvPr/>
        </p:nvSpPr>
        <p:spPr>
          <a:xfrm>
            <a:off x="1764506" y="1428750"/>
            <a:ext cx="1485900" cy="327782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cs typeface="Arial"/>
              </a:rPr>
              <a:t>Logistic Regression</a:t>
            </a:r>
          </a:p>
          <a:p>
            <a:endParaRPr lang="en-GB" sz="900"/>
          </a:p>
          <a:p>
            <a:r>
              <a:rPr lang="en-GB" sz="900" b="1"/>
              <a:t>2️⃣ Logistic Regression</a:t>
            </a:r>
            <a:endParaRPr lang="en-US" sz="900">
              <a:cs typeface="Arial"/>
            </a:endParaRPr>
          </a:p>
          <a:p>
            <a:endParaRPr lang="en-GB" sz="900" b="1">
              <a:ea typeface="+mn-lt"/>
              <a:cs typeface="+mn-lt"/>
            </a:endParaRPr>
          </a:p>
          <a:p>
            <a:r>
              <a:rPr lang="en-GB" sz="900" b="1">
                <a:ea typeface="+mn-lt"/>
                <a:cs typeface="+mn-lt"/>
              </a:rPr>
              <a:t>What it is:</a:t>
            </a:r>
            <a:br>
              <a:rPr lang="en-GB" sz="900" b="1">
                <a:ea typeface="+mn-lt"/>
                <a:cs typeface="+mn-lt"/>
              </a:rPr>
            </a:br>
            <a:r>
              <a:rPr lang="en-GB" sz="900" b="1">
                <a:ea typeface="+mn-lt"/>
                <a:cs typeface="+mn-lt"/>
              </a:rPr>
              <a:t> A probability-based linear classifier</a:t>
            </a:r>
            <a:r>
              <a:rPr lang="en-GB" sz="900">
                <a:ea typeface="+mn-lt"/>
                <a:cs typeface="+mn-lt"/>
              </a:rPr>
              <a:t> used for multiclass classification.</a:t>
            </a:r>
            <a:endParaRPr lang="en-GB" sz="900">
              <a:cs typeface="Arial"/>
            </a:endParaRPr>
          </a:p>
          <a:p>
            <a:endParaRPr lang="en-GB" sz="900">
              <a:ea typeface="+mn-lt"/>
              <a:cs typeface="+mn-lt"/>
            </a:endParaRPr>
          </a:p>
          <a:p>
            <a:r>
              <a:rPr lang="en-GB" sz="900" b="1">
                <a:ea typeface="+mn-lt"/>
                <a:cs typeface="+mn-lt"/>
              </a:rPr>
              <a:t>How it works (steps):</a:t>
            </a:r>
            <a:endParaRPr lang="en-GB" sz="900">
              <a:cs typeface="Arial"/>
            </a:endParaRPr>
          </a:p>
          <a:p>
            <a:pPr marL="285750" indent="-285750">
              <a:buFont typeface="Arial"/>
              <a:buChar char="•"/>
            </a:pPr>
            <a:r>
              <a:rPr lang="en-GB" sz="900">
                <a:ea typeface="+mn-lt"/>
                <a:cs typeface="+mn-lt"/>
              </a:rPr>
              <a:t>Computes weighted sum of features</a:t>
            </a:r>
            <a:endParaRPr lang="en-GB" sz="900">
              <a:cs typeface="Arial"/>
            </a:endParaRPr>
          </a:p>
          <a:p>
            <a:pPr marL="285750" indent="-285750">
              <a:buFont typeface="Arial"/>
              <a:buChar char="•"/>
            </a:pPr>
            <a:r>
              <a:rPr lang="en-GB" sz="900">
                <a:ea typeface="+mn-lt"/>
                <a:cs typeface="+mn-lt"/>
              </a:rPr>
              <a:t>Applies sigmoid / </a:t>
            </a:r>
            <a:endParaRPr lang="en-GB" sz="900">
              <a:cs typeface="Arial"/>
            </a:endParaRPr>
          </a:p>
          <a:p>
            <a:pPr marL="285750" indent="-285750">
              <a:buFont typeface="Arial"/>
              <a:buChar char="•"/>
            </a:pPr>
            <a:r>
              <a:rPr lang="en-GB" sz="900">
                <a:ea typeface="+mn-lt"/>
                <a:cs typeface="+mn-lt"/>
              </a:rPr>
              <a:t>Assigns class with highest probability</a:t>
            </a:r>
            <a:endParaRPr lang="en-GB" sz="900">
              <a:cs typeface="Arial"/>
            </a:endParaRPr>
          </a:p>
          <a:p>
            <a:pPr marL="285750" indent="-285750">
              <a:buFont typeface="Arial"/>
              <a:buChar char="•"/>
            </a:pPr>
            <a:endParaRPr lang="en-GB" sz="900">
              <a:ea typeface="+mn-lt"/>
              <a:cs typeface="+mn-lt"/>
            </a:endParaRPr>
          </a:p>
          <a:p>
            <a:r>
              <a:rPr lang="en-GB" sz="900" b="1">
                <a:ea typeface="+mn-lt"/>
                <a:cs typeface="+mn-lt"/>
              </a:rPr>
              <a:t>Core idea / formula:</a:t>
            </a:r>
            <a:endParaRPr lang="en-GB" sz="900">
              <a:cs typeface="Arial"/>
            </a:endParaRPr>
          </a:p>
          <a:p>
            <a:r>
              <a:rPr lang="en-GB" sz="900">
                <a:cs typeface="Arial"/>
              </a:rPr>
              <a:t>y =1/1+e^(-</a:t>
            </a:r>
            <a:r>
              <a:rPr lang="en-GB" sz="900" err="1">
                <a:cs typeface="Arial"/>
              </a:rPr>
              <a:t>mx+c</a:t>
            </a:r>
            <a:r>
              <a:rPr lang="en-GB" sz="900">
                <a:cs typeface="Arial"/>
              </a:rPr>
              <a:t>)</a:t>
            </a:r>
          </a:p>
          <a:p>
            <a:r>
              <a:rPr lang="en-GB" sz="900" b="1">
                <a:ea typeface="+mn-lt"/>
                <a:cs typeface="+mn-lt"/>
              </a:rPr>
              <a:t>Key point:</a:t>
            </a:r>
            <a:endParaRPr lang="en-GB" sz="900">
              <a:cs typeface="Arial"/>
            </a:endParaRPr>
          </a:p>
          <a:p>
            <a:pPr marL="285750" indent="-285750">
              <a:buFont typeface="Arial"/>
              <a:buChar char="•"/>
            </a:pPr>
            <a:r>
              <a:rPr lang="en-GB" sz="900">
                <a:ea typeface="+mn-lt"/>
                <a:cs typeface="+mn-lt"/>
              </a:rPr>
              <a:t>Stable and interpretable</a:t>
            </a:r>
            <a:endParaRPr lang="en-GB" sz="900">
              <a:cs typeface="Arial"/>
            </a:endParaRPr>
          </a:p>
          <a:p>
            <a:pPr marL="285750" indent="-285750">
              <a:buFont typeface="Arial"/>
              <a:buChar char="•"/>
            </a:pPr>
            <a:r>
              <a:rPr lang="en-GB" sz="900">
                <a:ea typeface="+mn-lt"/>
                <a:cs typeface="+mn-lt"/>
              </a:rPr>
              <a:t>Best-performing model in this project</a:t>
            </a:r>
          </a:p>
        </p:txBody>
      </p:sp>
      <p:sp>
        <p:nvSpPr>
          <p:cNvPr id="12" name="TextBox 11">
            <a:extLst>
              <a:ext uri="{FF2B5EF4-FFF2-40B4-BE49-F238E27FC236}">
                <a16:creationId xmlns:a16="http://schemas.microsoft.com/office/drawing/2014/main" id="{26F87112-A61D-9E32-173C-547C5B2FBAE3}"/>
              </a:ext>
            </a:extLst>
          </p:cNvPr>
          <p:cNvSpPr txBox="1"/>
          <p:nvPr/>
        </p:nvSpPr>
        <p:spPr>
          <a:xfrm>
            <a:off x="3457575" y="1428751"/>
            <a:ext cx="1485900" cy="355481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t>Decision Tree</a:t>
            </a:r>
            <a:endParaRPr lang="en-US" sz="900">
              <a:cs typeface="Arial"/>
            </a:endParaRPr>
          </a:p>
          <a:p>
            <a:endParaRPr lang="en-GB" sz="900"/>
          </a:p>
          <a:p>
            <a:r>
              <a:rPr lang="en-GB" sz="900" b="1"/>
              <a:t>3️⃣ Decision Tree</a:t>
            </a:r>
            <a:endParaRPr lang="en-GB" sz="900" b="1">
              <a:cs typeface="Arial"/>
            </a:endParaRPr>
          </a:p>
          <a:p>
            <a:endParaRPr lang="en-GB" sz="900" b="1">
              <a:ea typeface="+mn-lt"/>
              <a:cs typeface="+mn-lt"/>
            </a:endParaRPr>
          </a:p>
          <a:p>
            <a:r>
              <a:rPr lang="en-GB" sz="900" b="1">
                <a:ea typeface="+mn-lt"/>
                <a:cs typeface="+mn-lt"/>
              </a:rPr>
              <a:t>What it is:</a:t>
            </a:r>
            <a:br>
              <a:rPr lang="en-GB" sz="900" b="1">
                <a:ea typeface="+mn-lt"/>
                <a:cs typeface="+mn-lt"/>
              </a:rPr>
            </a:br>
            <a:r>
              <a:rPr lang="en-GB" sz="900" b="1">
                <a:ea typeface="+mn-lt"/>
                <a:cs typeface="+mn-lt"/>
              </a:rPr>
              <a:t> A rule-based model</a:t>
            </a:r>
            <a:r>
              <a:rPr lang="en-GB" sz="900">
                <a:ea typeface="+mn-lt"/>
                <a:cs typeface="+mn-lt"/>
              </a:rPr>
              <a:t> that makes decisions using if–else conditions.</a:t>
            </a:r>
            <a:endParaRPr lang="en-GB" sz="900">
              <a:cs typeface="Arial"/>
            </a:endParaRPr>
          </a:p>
          <a:p>
            <a:r>
              <a:rPr lang="en-GB" sz="900" b="1">
                <a:ea typeface="+mn-lt"/>
                <a:cs typeface="+mn-lt"/>
              </a:rPr>
              <a:t>How it works (steps):</a:t>
            </a:r>
            <a:endParaRPr lang="en-GB" sz="900">
              <a:cs typeface="Arial"/>
            </a:endParaRPr>
          </a:p>
          <a:p>
            <a:pPr marL="285750" indent="-285750">
              <a:buFont typeface="Arial"/>
              <a:buChar char="•"/>
            </a:pPr>
            <a:r>
              <a:rPr lang="en-GB" sz="900">
                <a:ea typeface="+mn-lt"/>
                <a:cs typeface="+mn-lt"/>
              </a:rPr>
              <a:t>Selects best feature to split data</a:t>
            </a:r>
            <a:endParaRPr lang="en-GB" sz="900">
              <a:cs typeface="Arial"/>
            </a:endParaRPr>
          </a:p>
          <a:p>
            <a:pPr marL="285750" indent="-285750">
              <a:buFont typeface="Arial"/>
              <a:buChar char="•"/>
            </a:pPr>
            <a:r>
              <a:rPr lang="en-GB" sz="900">
                <a:ea typeface="+mn-lt"/>
                <a:cs typeface="+mn-lt"/>
              </a:rPr>
              <a:t>Creates branches based on conditions</a:t>
            </a:r>
            <a:endParaRPr lang="en-GB" sz="900">
              <a:cs typeface="Arial"/>
            </a:endParaRPr>
          </a:p>
          <a:p>
            <a:pPr marL="285750" indent="-285750">
              <a:buFont typeface="Arial"/>
              <a:buChar char="•"/>
            </a:pPr>
            <a:r>
              <a:rPr lang="en-GB" sz="900">
                <a:ea typeface="+mn-lt"/>
                <a:cs typeface="+mn-lt"/>
              </a:rPr>
              <a:t>Continues splitting until stopping criteria</a:t>
            </a:r>
            <a:endParaRPr lang="en-GB" sz="900">
              <a:cs typeface="Arial"/>
            </a:endParaRPr>
          </a:p>
          <a:p>
            <a:r>
              <a:rPr lang="en-GB" sz="900" b="1">
                <a:ea typeface="+mn-lt"/>
                <a:cs typeface="+mn-lt"/>
              </a:rPr>
              <a:t>Core idea:</a:t>
            </a:r>
            <a:endParaRPr lang="en-GB" sz="900">
              <a:cs typeface="Arial"/>
            </a:endParaRPr>
          </a:p>
          <a:p>
            <a:pPr marL="285750" indent="-285750">
              <a:buFont typeface="Arial"/>
              <a:buChar char="•"/>
            </a:pPr>
            <a:r>
              <a:rPr lang="en-GB" sz="900">
                <a:ea typeface="+mn-lt"/>
                <a:cs typeface="+mn-lt"/>
              </a:rPr>
              <a:t>Uses </a:t>
            </a:r>
            <a:r>
              <a:rPr lang="en-GB" sz="900" b="1">
                <a:ea typeface="+mn-lt"/>
                <a:cs typeface="+mn-lt"/>
              </a:rPr>
              <a:t>Gini Impurity / Entropy</a:t>
            </a:r>
            <a:r>
              <a:rPr lang="en-GB" sz="900">
                <a:ea typeface="+mn-lt"/>
                <a:cs typeface="+mn-lt"/>
              </a:rPr>
              <a:t> to select splits</a:t>
            </a:r>
            <a:endParaRPr lang="en-GB" sz="900">
              <a:cs typeface="Arial"/>
            </a:endParaRPr>
          </a:p>
          <a:p>
            <a:r>
              <a:rPr lang="en-GB" sz="900">
                <a:ea typeface="+mn-lt"/>
                <a:cs typeface="+mn-lt"/>
              </a:rPr>
              <a:t>Gini=1−∑p^2</a:t>
            </a:r>
            <a:endParaRPr lang="en-GB" sz="900">
              <a:cs typeface="Arial"/>
            </a:endParaRPr>
          </a:p>
          <a:p>
            <a:r>
              <a:rPr lang="en-GB" sz="900" b="1">
                <a:ea typeface="+mn-lt"/>
                <a:cs typeface="+mn-lt"/>
              </a:rPr>
              <a:t>Key point:</a:t>
            </a:r>
            <a:endParaRPr lang="en-GB" sz="900">
              <a:cs typeface="Arial"/>
            </a:endParaRPr>
          </a:p>
          <a:p>
            <a:pPr marL="285750" indent="-285750">
              <a:buFont typeface="Arial"/>
              <a:buChar char="•"/>
            </a:pPr>
            <a:r>
              <a:rPr lang="en-GB" sz="900">
                <a:ea typeface="+mn-lt"/>
                <a:cs typeface="+mn-lt"/>
              </a:rPr>
              <a:t>Easy to understand</a:t>
            </a:r>
            <a:endParaRPr lang="en-GB" sz="900">
              <a:cs typeface="Arial"/>
            </a:endParaRPr>
          </a:p>
          <a:p>
            <a:pPr marL="285750" indent="-285750">
              <a:buFont typeface="Arial"/>
              <a:buChar char="•"/>
            </a:pPr>
            <a:r>
              <a:rPr lang="en-GB" sz="900">
                <a:ea typeface="+mn-lt"/>
                <a:cs typeface="+mn-lt"/>
              </a:rPr>
              <a:t>Can overfit if not controlled</a:t>
            </a:r>
            <a:endParaRPr lang="en-GB" sz="900">
              <a:cs typeface="Arial"/>
            </a:endParaRPr>
          </a:p>
        </p:txBody>
      </p:sp>
      <p:sp>
        <p:nvSpPr>
          <p:cNvPr id="13" name="TextBox 12">
            <a:extLst>
              <a:ext uri="{FF2B5EF4-FFF2-40B4-BE49-F238E27FC236}">
                <a16:creationId xmlns:a16="http://schemas.microsoft.com/office/drawing/2014/main" id="{AFDEA4E2-7312-984F-0E8C-F1C9D3012396}"/>
              </a:ext>
            </a:extLst>
          </p:cNvPr>
          <p:cNvSpPr txBox="1"/>
          <p:nvPr/>
        </p:nvSpPr>
        <p:spPr>
          <a:xfrm>
            <a:off x="5150643" y="1428750"/>
            <a:ext cx="1485900" cy="341632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a:t>Random Forest</a:t>
            </a:r>
            <a:endParaRPr lang="en-US" sz="900"/>
          </a:p>
          <a:p>
            <a:endParaRPr lang="en-GB" sz="900"/>
          </a:p>
          <a:p>
            <a:r>
              <a:rPr lang="en-GB" sz="900" b="1"/>
              <a:t>4️⃣ Random Forest</a:t>
            </a:r>
            <a:endParaRPr lang="en-GB" sz="900" b="1">
              <a:cs typeface="Arial"/>
            </a:endParaRPr>
          </a:p>
          <a:p>
            <a:endParaRPr lang="en-GB" sz="900" b="1">
              <a:ea typeface="+mn-lt"/>
              <a:cs typeface="+mn-lt"/>
            </a:endParaRPr>
          </a:p>
          <a:p>
            <a:r>
              <a:rPr lang="en-GB" sz="900" b="1">
                <a:ea typeface="+mn-lt"/>
                <a:cs typeface="+mn-lt"/>
              </a:rPr>
              <a:t>What it is:</a:t>
            </a:r>
            <a:br>
              <a:rPr lang="en-GB" sz="900" b="1">
                <a:ea typeface="+mn-lt"/>
                <a:cs typeface="+mn-lt"/>
              </a:rPr>
            </a:br>
            <a:r>
              <a:rPr lang="en-GB" sz="900" b="1">
                <a:ea typeface="+mn-lt"/>
                <a:cs typeface="+mn-lt"/>
              </a:rPr>
              <a:t> An ensemble model</a:t>
            </a:r>
            <a:r>
              <a:rPr lang="en-GB" sz="900">
                <a:ea typeface="+mn-lt"/>
                <a:cs typeface="+mn-lt"/>
              </a:rPr>
              <a:t> made of multiple decision trees.</a:t>
            </a:r>
            <a:endParaRPr lang="en-GB" sz="900">
              <a:cs typeface="Arial"/>
            </a:endParaRPr>
          </a:p>
          <a:p>
            <a:r>
              <a:rPr lang="en-GB" sz="900" b="1">
                <a:ea typeface="+mn-lt"/>
                <a:cs typeface="+mn-lt"/>
              </a:rPr>
              <a:t>How it works (steps):</a:t>
            </a:r>
            <a:endParaRPr lang="en-GB" sz="900">
              <a:cs typeface="Arial"/>
            </a:endParaRPr>
          </a:p>
          <a:p>
            <a:pPr marL="285750" indent="-285750">
              <a:buFont typeface="Arial"/>
              <a:buChar char="•"/>
            </a:pPr>
            <a:r>
              <a:rPr lang="en-GB" sz="900">
                <a:ea typeface="+mn-lt"/>
                <a:cs typeface="+mn-lt"/>
              </a:rPr>
              <a:t>Trains many decision trees on random subsets</a:t>
            </a:r>
            <a:endParaRPr lang="en-GB" sz="900">
              <a:cs typeface="Arial"/>
            </a:endParaRPr>
          </a:p>
          <a:p>
            <a:pPr marL="285750" indent="-285750">
              <a:buFont typeface="Arial"/>
              <a:buChar char="•"/>
            </a:pPr>
            <a:r>
              <a:rPr lang="en-GB" sz="900">
                <a:ea typeface="+mn-lt"/>
                <a:cs typeface="+mn-lt"/>
              </a:rPr>
              <a:t>Each tree makes a prediction</a:t>
            </a:r>
            <a:endParaRPr lang="en-GB" sz="900">
              <a:cs typeface="Arial"/>
            </a:endParaRPr>
          </a:p>
          <a:p>
            <a:pPr marL="285750" indent="-285750">
              <a:buFont typeface="Arial"/>
              <a:buChar char="•"/>
            </a:pPr>
            <a:r>
              <a:rPr lang="en-GB" sz="900">
                <a:ea typeface="+mn-lt"/>
                <a:cs typeface="+mn-lt"/>
              </a:rPr>
              <a:t>Final output is based on </a:t>
            </a:r>
            <a:r>
              <a:rPr lang="en-GB" sz="900" b="1">
                <a:ea typeface="+mn-lt"/>
                <a:cs typeface="+mn-lt"/>
              </a:rPr>
              <a:t>majority voting</a:t>
            </a:r>
            <a:endParaRPr lang="en-GB" sz="900">
              <a:cs typeface="Arial"/>
            </a:endParaRPr>
          </a:p>
          <a:p>
            <a:r>
              <a:rPr lang="en-GB" sz="900" b="1">
                <a:ea typeface="+mn-lt"/>
                <a:cs typeface="+mn-lt"/>
              </a:rPr>
              <a:t>Core idea:</a:t>
            </a:r>
            <a:endParaRPr lang="en-GB" sz="900">
              <a:cs typeface="Arial"/>
            </a:endParaRPr>
          </a:p>
          <a:p>
            <a:r>
              <a:rPr lang="en-GB" sz="900">
                <a:ea typeface="+mn-lt"/>
                <a:cs typeface="+mn-lt"/>
              </a:rPr>
              <a:t>Final Prediction=Mode of all tree predictions</a:t>
            </a:r>
            <a:endParaRPr lang="en-GB"/>
          </a:p>
          <a:p>
            <a:r>
              <a:rPr lang="en-GB" sz="900" b="1">
                <a:ea typeface="+mn-lt"/>
                <a:cs typeface="+mn-lt"/>
              </a:rPr>
              <a:t>Key point:</a:t>
            </a:r>
            <a:endParaRPr lang="en-GB" sz="900">
              <a:cs typeface="Arial"/>
            </a:endParaRPr>
          </a:p>
          <a:p>
            <a:pPr marL="285750" indent="-285750">
              <a:buFont typeface="Arial"/>
              <a:buChar char="•"/>
            </a:pPr>
            <a:r>
              <a:rPr lang="en-GB" sz="900">
                <a:ea typeface="+mn-lt"/>
                <a:cs typeface="+mn-lt"/>
              </a:rPr>
              <a:t>Reduces overfitting</a:t>
            </a:r>
            <a:endParaRPr lang="en-GB" sz="900">
              <a:cs typeface="Arial"/>
            </a:endParaRPr>
          </a:p>
          <a:p>
            <a:pPr marL="285750" indent="-285750">
              <a:buFont typeface="Arial"/>
              <a:buChar char="•"/>
            </a:pPr>
            <a:r>
              <a:rPr lang="en-GB" sz="900">
                <a:ea typeface="+mn-lt"/>
                <a:cs typeface="+mn-lt"/>
              </a:rPr>
              <a:t>More stable than a single decision tree</a:t>
            </a:r>
            <a:endParaRPr lang="en-GB" sz="900">
              <a:cs typeface="Arial"/>
            </a:endParaRPr>
          </a:p>
        </p:txBody>
      </p:sp>
      <p:sp>
        <p:nvSpPr>
          <p:cNvPr id="14" name="TextBox 13">
            <a:extLst>
              <a:ext uri="{FF2B5EF4-FFF2-40B4-BE49-F238E27FC236}">
                <a16:creationId xmlns:a16="http://schemas.microsoft.com/office/drawing/2014/main" id="{DA7E0A4C-61F1-027D-D076-70C30A0C5343}"/>
              </a:ext>
            </a:extLst>
          </p:cNvPr>
          <p:cNvSpPr txBox="1"/>
          <p:nvPr/>
        </p:nvSpPr>
        <p:spPr>
          <a:xfrm>
            <a:off x="6843710" y="1428749"/>
            <a:ext cx="1485900" cy="3416320"/>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KNN</a:t>
            </a:r>
            <a:endParaRPr lang="en-US" sz="900" dirty="0"/>
          </a:p>
          <a:p>
            <a:endParaRPr lang="en-GB" sz="900"/>
          </a:p>
          <a:p>
            <a:r>
              <a:rPr lang="en-GB" sz="900" b="1" dirty="0"/>
              <a:t>5️⃣ K-Nearest Neighbours (KNN)</a:t>
            </a:r>
            <a:endParaRPr lang="en-US" sz="900" dirty="0">
              <a:cs typeface="Arial"/>
            </a:endParaRPr>
          </a:p>
          <a:p>
            <a:r>
              <a:rPr lang="en-GB" sz="900" b="1" dirty="0">
                <a:ea typeface="+mn-lt"/>
                <a:cs typeface="+mn-lt"/>
              </a:rPr>
              <a:t>What it is:</a:t>
            </a:r>
            <a:br>
              <a:rPr lang="en-GB" sz="900" b="1" dirty="0">
                <a:ea typeface="+mn-lt"/>
                <a:cs typeface="+mn-lt"/>
              </a:rPr>
            </a:br>
            <a:r>
              <a:rPr lang="en-GB" sz="900" b="1" dirty="0">
                <a:ea typeface="+mn-lt"/>
                <a:cs typeface="+mn-lt"/>
              </a:rPr>
              <a:t> A distance-based model</a:t>
            </a:r>
            <a:r>
              <a:rPr lang="en-GB" sz="900" dirty="0">
                <a:ea typeface="+mn-lt"/>
                <a:cs typeface="+mn-lt"/>
              </a:rPr>
              <a:t> that predicts based on nearby data points.</a:t>
            </a:r>
            <a:endParaRPr lang="en-GB" sz="900" dirty="0">
              <a:cs typeface="Arial"/>
            </a:endParaRPr>
          </a:p>
          <a:p>
            <a:r>
              <a:rPr lang="en-GB" sz="900" b="1" dirty="0">
                <a:ea typeface="+mn-lt"/>
                <a:cs typeface="+mn-lt"/>
              </a:rPr>
              <a:t>How it works (steps):</a:t>
            </a:r>
            <a:endParaRPr lang="en-GB" sz="900" dirty="0">
              <a:cs typeface="Arial"/>
            </a:endParaRPr>
          </a:p>
          <a:p>
            <a:pPr marL="285750" indent="-285750">
              <a:buFont typeface="Arial"/>
              <a:buChar char="•"/>
            </a:pPr>
            <a:r>
              <a:rPr lang="en-GB" sz="900" dirty="0">
                <a:ea typeface="+mn-lt"/>
                <a:cs typeface="+mn-lt"/>
              </a:rPr>
              <a:t>Calculates distance to all training points</a:t>
            </a:r>
            <a:endParaRPr lang="en-GB" sz="900" dirty="0">
              <a:cs typeface="Arial"/>
            </a:endParaRPr>
          </a:p>
          <a:p>
            <a:pPr marL="285750" indent="-285750">
              <a:buFont typeface="Arial"/>
              <a:buChar char="•"/>
            </a:pPr>
            <a:r>
              <a:rPr lang="en-GB" sz="900" dirty="0">
                <a:ea typeface="+mn-lt"/>
                <a:cs typeface="+mn-lt"/>
              </a:rPr>
              <a:t>Selects K nearest </a:t>
            </a:r>
            <a:r>
              <a:rPr lang="en-GB" sz="900" dirty="0" err="1">
                <a:ea typeface="+mn-lt"/>
                <a:cs typeface="+mn-lt"/>
              </a:rPr>
              <a:t>neighbors</a:t>
            </a:r>
            <a:endParaRPr lang="en-GB" sz="900" dirty="0" err="1">
              <a:cs typeface="Arial"/>
            </a:endParaRPr>
          </a:p>
          <a:p>
            <a:pPr marL="285750" indent="-285750">
              <a:buFont typeface="Arial"/>
              <a:buChar char="•"/>
            </a:pPr>
            <a:r>
              <a:rPr lang="en-GB" sz="900" dirty="0">
                <a:ea typeface="+mn-lt"/>
                <a:cs typeface="+mn-lt"/>
              </a:rPr>
              <a:t>Predicts the most common class</a:t>
            </a:r>
            <a:endParaRPr lang="en-GB" sz="900" dirty="0">
              <a:cs typeface="Arial"/>
            </a:endParaRPr>
          </a:p>
          <a:p>
            <a:r>
              <a:rPr lang="en-GB" sz="900" b="1" dirty="0">
                <a:ea typeface="+mn-lt"/>
                <a:cs typeface="+mn-lt"/>
              </a:rPr>
              <a:t>Core idea / formula:</a:t>
            </a:r>
            <a:endParaRPr lang="en-GB" sz="900" b="1" dirty="0">
              <a:cs typeface="Arial"/>
            </a:endParaRPr>
          </a:p>
          <a:p>
            <a:r>
              <a:rPr lang="en-GB" sz="900" b="1" dirty="0">
                <a:ea typeface="+mn-lt"/>
                <a:cs typeface="+mn-lt"/>
              </a:rPr>
              <a:t>D= root((x1-x2)^2+(y1-y2)^2)</a:t>
            </a:r>
          </a:p>
          <a:p>
            <a:r>
              <a:rPr lang="en-GB" sz="900" b="1" dirty="0">
                <a:ea typeface="+mn-lt"/>
                <a:cs typeface="+mn-lt"/>
              </a:rPr>
              <a:t>Key point:</a:t>
            </a:r>
            <a:endParaRPr lang="en-GB" sz="900" dirty="0">
              <a:cs typeface="Arial"/>
            </a:endParaRPr>
          </a:p>
          <a:p>
            <a:pPr marL="285750" indent="-285750">
              <a:buFont typeface="Arial"/>
              <a:buChar char="•"/>
            </a:pPr>
            <a:r>
              <a:rPr lang="en-GB" sz="900" dirty="0">
                <a:ea typeface="+mn-lt"/>
                <a:cs typeface="+mn-lt"/>
              </a:rPr>
              <a:t>Simple and intuitive</a:t>
            </a:r>
            <a:endParaRPr lang="en-GB" sz="900" dirty="0">
              <a:cs typeface="Arial"/>
            </a:endParaRPr>
          </a:p>
          <a:p>
            <a:pPr marL="285750" indent="-285750">
              <a:buFont typeface="Arial"/>
              <a:buChar char="•"/>
            </a:pPr>
            <a:r>
              <a:rPr lang="en-GB" sz="900" dirty="0">
                <a:ea typeface="+mn-lt"/>
                <a:cs typeface="+mn-lt"/>
              </a:rPr>
              <a:t>Sensitive to noise and scaling</a:t>
            </a:r>
            <a:endParaRPr lang="en-GB" sz="900" dirty="0">
              <a:cs typeface="Arial"/>
            </a:endParaRPr>
          </a:p>
          <a:p>
            <a:endParaRPr lang="en-GB" sz="900" b="1">
              <a:cs typeface="Arial"/>
            </a:endParaRPr>
          </a:p>
        </p:txBody>
      </p:sp>
      <p:cxnSp>
        <p:nvCxnSpPr>
          <p:cNvPr id="15" name="Straight Arrow Connector 14">
            <a:extLst>
              <a:ext uri="{FF2B5EF4-FFF2-40B4-BE49-F238E27FC236}">
                <a16:creationId xmlns:a16="http://schemas.microsoft.com/office/drawing/2014/main" id="{043B0B1C-B69C-B40F-1C8D-4C9F7ABD3A3C}"/>
              </a:ext>
            </a:extLst>
          </p:cNvPr>
          <p:cNvCxnSpPr/>
          <p:nvPr/>
        </p:nvCxnSpPr>
        <p:spPr>
          <a:xfrm>
            <a:off x="100013" y="1643061"/>
            <a:ext cx="1485898" cy="0"/>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2FC5D7B-4559-5DCD-8FB0-46967A4B6F7E}"/>
              </a:ext>
            </a:extLst>
          </p:cNvPr>
          <p:cNvCxnSpPr>
            <a:cxnSpLocks/>
          </p:cNvCxnSpPr>
          <p:nvPr/>
        </p:nvCxnSpPr>
        <p:spPr>
          <a:xfrm>
            <a:off x="1764507" y="1643060"/>
            <a:ext cx="1485898" cy="0"/>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5A65D7C-7E31-6E79-FB85-F3207BC486DB}"/>
              </a:ext>
            </a:extLst>
          </p:cNvPr>
          <p:cNvCxnSpPr>
            <a:cxnSpLocks/>
          </p:cNvCxnSpPr>
          <p:nvPr/>
        </p:nvCxnSpPr>
        <p:spPr>
          <a:xfrm>
            <a:off x="3457576" y="1643060"/>
            <a:ext cx="1485898" cy="0"/>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B6A23A9-D73A-5B35-8132-F34AB31740B2}"/>
              </a:ext>
            </a:extLst>
          </p:cNvPr>
          <p:cNvCxnSpPr>
            <a:cxnSpLocks/>
          </p:cNvCxnSpPr>
          <p:nvPr/>
        </p:nvCxnSpPr>
        <p:spPr>
          <a:xfrm>
            <a:off x="5150644" y="1643060"/>
            <a:ext cx="1485898" cy="0"/>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B46B1C8-C173-2919-C223-19DB8AD76D5C}"/>
              </a:ext>
            </a:extLst>
          </p:cNvPr>
          <p:cNvCxnSpPr>
            <a:cxnSpLocks/>
          </p:cNvCxnSpPr>
          <p:nvPr/>
        </p:nvCxnSpPr>
        <p:spPr>
          <a:xfrm>
            <a:off x="6843713" y="1643060"/>
            <a:ext cx="1485898" cy="0"/>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9447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A95BE-DC6D-83CC-EDF8-D39840A1921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CA4E475-D84F-04AB-471D-7F96EAB7E90E}"/>
              </a:ext>
            </a:extLst>
          </p:cNvPr>
          <p:cNvSpPr txBox="1"/>
          <p:nvPr/>
        </p:nvSpPr>
        <p:spPr>
          <a:xfrm>
            <a:off x="1006055" y="113761"/>
            <a:ext cx="1709377"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3: MODEL TRAIN</a:t>
            </a:r>
          </a:p>
        </p:txBody>
      </p:sp>
      <p:sp>
        <p:nvSpPr>
          <p:cNvPr id="8" name="TextBox 7">
            <a:extLst>
              <a:ext uri="{FF2B5EF4-FFF2-40B4-BE49-F238E27FC236}">
                <a16:creationId xmlns:a16="http://schemas.microsoft.com/office/drawing/2014/main" id="{4B834525-CC2E-09AD-1943-265C7D93C83F}"/>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dirty="0">
                <a:cs typeface="Arial"/>
              </a:rPr>
              <a:t>KNN</a:t>
            </a:r>
          </a:p>
        </p:txBody>
      </p:sp>
      <p:cxnSp>
        <p:nvCxnSpPr>
          <p:cNvPr id="10" name="Straight Arrow Connector 9">
            <a:extLst>
              <a:ext uri="{FF2B5EF4-FFF2-40B4-BE49-F238E27FC236}">
                <a16:creationId xmlns:a16="http://schemas.microsoft.com/office/drawing/2014/main" id="{00E53276-B54C-AC36-945B-22BC89B09EF8}"/>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A green and black sign&#10;&#10;AI-generated content may be incorrect.">
            <a:extLst>
              <a:ext uri="{FF2B5EF4-FFF2-40B4-BE49-F238E27FC236}">
                <a16:creationId xmlns:a16="http://schemas.microsoft.com/office/drawing/2014/main" id="{85C42572-CA10-6C4D-4DE5-28DDEC65C3EA}"/>
              </a:ext>
            </a:extLst>
          </p:cNvPr>
          <p:cNvPicPr>
            <a:picLocks noChangeAspect="1"/>
          </p:cNvPicPr>
          <p:nvPr/>
        </p:nvPicPr>
        <p:blipFill>
          <a:blip r:embed="rId2"/>
          <a:stretch>
            <a:fillRect/>
          </a:stretch>
        </p:blipFill>
        <p:spPr>
          <a:xfrm>
            <a:off x="50222" y="68406"/>
            <a:ext cx="789277" cy="248949"/>
          </a:xfrm>
          <a:prstGeom prst="rect">
            <a:avLst/>
          </a:prstGeom>
        </p:spPr>
      </p:pic>
      <p:sp>
        <p:nvSpPr>
          <p:cNvPr id="14" name="TextBox 13">
            <a:extLst>
              <a:ext uri="{FF2B5EF4-FFF2-40B4-BE49-F238E27FC236}">
                <a16:creationId xmlns:a16="http://schemas.microsoft.com/office/drawing/2014/main" id="{C728D3D2-2CA0-DE76-0FBD-D3AD9BE6A1D7}"/>
              </a:ext>
            </a:extLst>
          </p:cNvPr>
          <p:cNvSpPr txBox="1"/>
          <p:nvPr/>
        </p:nvSpPr>
        <p:spPr>
          <a:xfrm>
            <a:off x="933880" y="1350817"/>
            <a:ext cx="3706958" cy="216982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KNN</a:t>
            </a:r>
            <a:endParaRPr lang="en-US" sz="900" dirty="0"/>
          </a:p>
          <a:p>
            <a:endParaRPr lang="en-GB" sz="900"/>
          </a:p>
          <a:p>
            <a:r>
              <a:rPr lang="en-GB" sz="900" b="1" dirty="0"/>
              <a:t>5️⃣(KNN)</a:t>
            </a:r>
            <a:endParaRPr lang="en-US" sz="900" dirty="0">
              <a:cs typeface="Arial"/>
            </a:endParaRPr>
          </a:p>
          <a:p>
            <a:r>
              <a:rPr lang="en-GB" sz="900" b="1" dirty="0">
                <a:ea typeface="+mn-lt"/>
                <a:cs typeface="+mn-lt"/>
              </a:rPr>
              <a:t>What it is:</a:t>
            </a:r>
            <a:br>
              <a:rPr lang="en-GB" sz="900" b="1" dirty="0">
                <a:ea typeface="+mn-lt"/>
                <a:cs typeface="+mn-lt"/>
              </a:rPr>
            </a:br>
            <a:r>
              <a:rPr lang="en-GB" sz="900" b="1" dirty="0">
                <a:ea typeface="+mn-lt"/>
                <a:cs typeface="+mn-lt"/>
              </a:rPr>
              <a:t> A distance-based model</a:t>
            </a:r>
            <a:r>
              <a:rPr lang="en-GB" sz="900" dirty="0">
                <a:ea typeface="+mn-lt"/>
                <a:cs typeface="+mn-lt"/>
              </a:rPr>
              <a:t> that predicts based on nearby data points.</a:t>
            </a:r>
            <a:endParaRPr lang="en-GB" sz="900" dirty="0">
              <a:cs typeface="Arial"/>
            </a:endParaRPr>
          </a:p>
          <a:p>
            <a:r>
              <a:rPr lang="en-GB" sz="900" b="1" dirty="0">
                <a:ea typeface="+mn-lt"/>
                <a:cs typeface="+mn-lt"/>
              </a:rPr>
              <a:t>How it works (steps):</a:t>
            </a:r>
            <a:endParaRPr lang="en-GB" sz="900" dirty="0">
              <a:cs typeface="Arial"/>
            </a:endParaRPr>
          </a:p>
          <a:p>
            <a:pPr marL="285750" indent="-285750">
              <a:buFont typeface="Arial"/>
              <a:buChar char="•"/>
            </a:pPr>
            <a:r>
              <a:rPr lang="en-GB" sz="900" dirty="0">
                <a:ea typeface="+mn-lt"/>
                <a:cs typeface="+mn-lt"/>
              </a:rPr>
              <a:t>Calculates distance to all training points</a:t>
            </a:r>
            <a:endParaRPr lang="en-GB" sz="900" dirty="0">
              <a:cs typeface="Arial"/>
            </a:endParaRPr>
          </a:p>
          <a:p>
            <a:pPr marL="285750" indent="-285750">
              <a:buFont typeface="Arial"/>
              <a:buChar char="•"/>
            </a:pPr>
            <a:r>
              <a:rPr lang="en-GB" sz="900" dirty="0">
                <a:ea typeface="+mn-lt"/>
                <a:cs typeface="+mn-lt"/>
              </a:rPr>
              <a:t>Selects KNN</a:t>
            </a:r>
            <a:endParaRPr lang="en-GB" sz="900" dirty="0">
              <a:cs typeface="Arial"/>
            </a:endParaRPr>
          </a:p>
          <a:p>
            <a:pPr marL="285750" indent="-285750">
              <a:buFont typeface="Arial"/>
              <a:buChar char="•"/>
            </a:pPr>
            <a:r>
              <a:rPr lang="en-GB" sz="900" dirty="0">
                <a:ea typeface="+mn-lt"/>
                <a:cs typeface="+mn-lt"/>
              </a:rPr>
              <a:t>Predicts the most common class</a:t>
            </a:r>
            <a:endParaRPr lang="en-GB" sz="900" dirty="0">
              <a:cs typeface="Arial"/>
            </a:endParaRPr>
          </a:p>
          <a:p>
            <a:r>
              <a:rPr lang="en-GB" sz="900" b="1" dirty="0">
                <a:ea typeface="+mn-lt"/>
                <a:cs typeface="+mn-lt"/>
              </a:rPr>
              <a:t>Core idea / formula:</a:t>
            </a:r>
            <a:endParaRPr lang="en-GB" sz="900" b="1" dirty="0">
              <a:cs typeface="Arial"/>
            </a:endParaRPr>
          </a:p>
          <a:p>
            <a:r>
              <a:rPr lang="en-GB" sz="900" b="1" dirty="0">
                <a:ea typeface="+mn-lt"/>
                <a:cs typeface="+mn-lt"/>
              </a:rPr>
              <a:t>D= root((x1-x2)^2+(y1-y2)^2)</a:t>
            </a:r>
          </a:p>
          <a:p>
            <a:r>
              <a:rPr lang="en-GB" sz="900" b="1" dirty="0">
                <a:ea typeface="+mn-lt"/>
                <a:cs typeface="+mn-lt"/>
              </a:rPr>
              <a:t>Key point:</a:t>
            </a:r>
            <a:endParaRPr lang="en-GB" sz="900" dirty="0">
              <a:cs typeface="Arial"/>
            </a:endParaRPr>
          </a:p>
          <a:p>
            <a:pPr marL="285750" indent="-285750">
              <a:buFont typeface="Arial"/>
              <a:buChar char="•"/>
            </a:pPr>
            <a:r>
              <a:rPr lang="en-GB" sz="900" dirty="0">
                <a:ea typeface="+mn-lt"/>
                <a:cs typeface="+mn-lt"/>
              </a:rPr>
              <a:t>Simple and intuitive</a:t>
            </a:r>
            <a:endParaRPr lang="en-GB" sz="900" dirty="0">
              <a:cs typeface="Arial"/>
            </a:endParaRPr>
          </a:p>
          <a:p>
            <a:pPr marL="285750" indent="-285750">
              <a:buFont typeface="Arial"/>
              <a:buChar char="•"/>
            </a:pPr>
            <a:r>
              <a:rPr lang="en-GB" sz="900" dirty="0">
                <a:ea typeface="+mn-lt"/>
                <a:cs typeface="+mn-lt"/>
              </a:rPr>
              <a:t>Sensitive to noise and scaling</a:t>
            </a:r>
            <a:endParaRPr lang="en-GB" sz="900" dirty="0">
              <a:cs typeface="Arial"/>
            </a:endParaRPr>
          </a:p>
          <a:p>
            <a:endParaRPr lang="en-GB" sz="900" b="1">
              <a:cs typeface="Arial"/>
            </a:endParaRPr>
          </a:p>
        </p:txBody>
      </p:sp>
      <p:cxnSp>
        <p:nvCxnSpPr>
          <p:cNvPr id="19" name="Straight Arrow Connector 18">
            <a:extLst>
              <a:ext uri="{FF2B5EF4-FFF2-40B4-BE49-F238E27FC236}">
                <a16:creationId xmlns:a16="http://schemas.microsoft.com/office/drawing/2014/main" id="{7444D6D0-215C-BCD2-51C4-30B62E2367F1}"/>
              </a:ext>
            </a:extLst>
          </p:cNvPr>
          <p:cNvCxnSpPr>
            <a:cxnSpLocks/>
          </p:cNvCxnSpPr>
          <p:nvPr/>
        </p:nvCxnSpPr>
        <p:spPr>
          <a:xfrm>
            <a:off x="933883" y="1571623"/>
            <a:ext cx="3706954" cy="1948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descr="A screen shot of a computer&#10;&#10;AI-generated content may be incorrect.">
            <a:extLst>
              <a:ext uri="{FF2B5EF4-FFF2-40B4-BE49-F238E27FC236}">
                <a16:creationId xmlns:a16="http://schemas.microsoft.com/office/drawing/2014/main" id="{45CEFDAF-D98B-D8C0-B874-758A21F19479}"/>
              </a:ext>
            </a:extLst>
          </p:cNvPr>
          <p:cNvPicPr>
            <a:picLocks noChangeAspect="1"/>
          </p:cNvPicPr>
          <p:nvPr/>
        </p:nvPicPr>
        <p:blipFill>
          <a:blip r:embed="rId3"/>
          <a:stretch>
            <a:fillRect/>
          </a:stretch>
        </p:blipFill>
        <p:spPr>
          <a:xfrm>
            <a:off x="4792806" y="1353186"/>
            <a:ext cx="3805671" cy="1521429"/>
          </a:xfrm>
          <a:prstGeom prst="rect">
            <a:avLst/>
          </a:prstGeom>
        </p:spPr>
      </p:pic>
      <p:pic>
        <p:nvPicPr>
          <p:cNvPr id="5" name="Picture 4">
            <a:extLst>
              <a:ext uri="{FF2B5EF4-FFF2-40B4-BE49-F238E27FC236}">
                <a16:creationId xmlns:a16="http://schemas.microsoft.com/office/drawing/2014/main" id="{B2054378-BDD9-385C-4433-C85FFBAC74C6}"/>
              </a:ext>
            </a:extLst>
          </p:cNvPr>
          <p:cNvPicPr>
            <a:picLocks noChangeAspect="1"/>
          </p:cNvPicPr>
          <p:nvPr/>
        </p:nvPicPr>
        <p:blipFill>
          <a:blip r:embed="rId4"/>
          <a:stretch>
            <a:fillRect/>
          </a:stretch>
        </p:blipFill>
        <p:spPr>
          <a:xfrm>
            <a:off x="4794971" y="2959447"/>
            <a:ext cx="3805671" cy="2080657"/>
          </a:xfrm>
          <a:prstGeom prst="rect">
            <a:avLst/>
          </a:prstGeom>
        </p:spPr>
      </p:pic>
    </p:spTree>
    <p:extLst>
      <p:ext uri="{BB962C8B-B14F-4D97-AF65-F5344CB8AC3E}">
        <p14:creationId xmlns:p14="http://schemas.microsoft.com/office/powerpoint/2010/main" val="2581965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EA0B4-EF9A-C379-D37D-6DF54373A16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2495E97-790D-294E-09FB-57F9A68DE0AF}"/>
              </a:ext>
            </a:extLst>
          </p:cNvPr>
          <p:cNvSpPr txBox="1"/>
          <p:nvPr/>
        </p:nvSpPr>
        <p:spPr>
          <a:xfrm>
            <a:off x="1006055" y="113761"/>
            <a:ext cx="1709377"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3: MODEL TRAIN</a:t>
            </a:r>
          </a:p>
        </p:txBody>
      </p:sp>
      <p:sp>
        <p:nvSpPr>
          <p:cNvPr id="8" name="TextBox 7">
            <a:extLst>
              <a:ext uri="{FF2B5EF4-FFF2-40B4-BE49-F238E27FC236}">
                <a16:creationId xmlns:a16="http://schemas.microsoft.com/office/drawing/2014/main" id="{D3D3607E-FE9C-E5F8-3A30-1806611FE838}"/>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dirty="0">
                <a:cs typeface="Arial"/>
              </a:rPr>
              <a:t>DECISION TREE</a:t>
            </a:r>
          </a:p>
        </p:txBody>
      </p:sp>
      <p:cxnSp>
        <p:nvCxnSpPr>
          <p:cNvPr id="10" name="Straight Arrow Connector 9">
            <a:extLst>
              <a:ext uri="{FF2B5EF4-FFF2-40B4-BE49-F238E27FC236}">
                <a16:creationId xmlns:a16="http://schemas.microsoft.com/office/drawing/2014/main" id="{2C80D992-6E7A-606D-4CCD-8464914AB69B}"/>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A green and black sign&#10;&#10;AI-generated content may be incorrect.">
            <a:extLst>
              <a:ext uri="{FF2B5EF4-FFF2-40B4-BE49-F238E27FC236}">
                <a16:creationId xmlns:a16="http://schemas.microsoft.com/office/drawing/2014/main" id="{CA55F00A-4D5E-9DD2-8CB0-61F248C509BB}"/>
              </a:ext>
            </a:extLst>
          </p:cNvPr>
          <p:cNvPicPr>
            <a:picLocks noChangeAspect="1"/>
          </p:cNvPicPr>
          <p:nvPr/>
        </p:nvPicPr>
        <p:blipFill>
          <a:blip r:embed="rId2"/>
          <a:stretch>
            <a:fillRect/>
          </a:stretch>
        </p:blipFill>
        <p:spPr>
          <a:xfrm>
            <a:off x="50222" y="68406"/>
            <a:ext cx="789277" cy="248949"/>
          </a:xfrm>
          <a:prstGeom prst="rect">
            <a:avLst/>
          </a:prstGeom>
        </p:spPr>
      </p:pic>
      <p:cxnSp>
        <p:nvCxnSpPr>
          <p:cNvPr id="19" name="Straight Arrow Connector 18">
            <a:extLst>
              <a:ext uri="{FF2B5EF4-FFF2-40B4-BE49-F238E27FC236}">
                <a16:creationId xmlns:a16="http://schemas.microsoft.com/office/drawing/2014/main" id="{F527EC90-F8F4-D160-D5E1-FD327A9A26B5}"/>
              </a:ext>
            </a:extLst>
          </p:cNvPr>
          <p:cNvCxnSpPr>
            <a:cxnSpLocks/>
          </p:cNvCxnSpPr>
          <p:nvPr/>
        </p:nvCxnSpPr>
        <p:spPr>
          <a:xfrm flipV="1">
            <a:off x="222204" y="1440143"/>
            <a:ext cx="3922614" cy="12867"/>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descr="A screen shot of a chart&#10;&#10;AI-generated content may be incorrect.">
            <a:extLst>
              <a:ext uri="{FF2B5EF4-FFF2-40B4-BE49-F238E27FC236}">
                <a16:creationId xmlns:a16="http://schemas.microsoft.com/office/drawing/2014/main" id="{C51BA3E2-646D-A5D3-E499-3F7C03FD3660}"/>
              </a:ext>
            </a:extLst>
          </p:cNvPr>
          <p:cNvPicPr>
            <a:picLocks noChangeAspect="1"/>
          </p:cNvPicPr>
          <p:nvPr/>
        </p:nvPicPr>
        <p:blipFill>
          <a:blip r:embed="rId3"/>
          <a:stretch>
            <a:fillRect/>
          </a:stretch>
        </p:blipFill>
        <p:spPr>
          <a:xfrm>
            <a:off x="4138307" y="1299270"/>
            <a:ext cx="1642535" cy="1510646"/>
          </a:xfrm>
          <a:prstGeom prst="rect">
            <a:avLst/>
          </a:prstGeom>
        </p:spPr>
      </p:pic>
      <p:sp>
        <p:nvSpPr>
          <p:cNvPr id="7" name="TextBox 6">
            <a:extLst>
              <a:ext uri="{FF2B5EF4-FFF2-40B4-BE49-F238E27FC236}">
                <a16:creationId xmlns:a16="http://schemas.microsoft.com/office/drawing/2014/main" id="{73604C5A-144F-1400-60D3-2C0F543A8E5E}"/>
              </a:ext>
            </a:extLst>
          </p:cNvPr>
          <p:cNvSpPr txBox="1"/>
          <p:nvPr/>
        </p:nvSpPr>
        <p:spPr>
          <a:xfrm>
            <a:off x="219605" y="1210640"/>
            <a:ext cx="3907545" cy="400109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Decision Tree</a:t>
            </a:r>
            <a:endParaRPr lang="en-US" sz="900" dirty="0">
              <a:cs typeface="Arial"/>
            </a:endParaRPr>
          </a:p>
          <a:p>
            <a:endParaRPr lang="en-GB" sz="900"/>
          </a:p>
          <a:p>
            <a:r>
              <a:rPr lang="en-GB" sz="900" b="1" dirty="0"/>
              <a:t>3️⃣ Decision Tree</a:t>
            </a:r>
            <a:endParaRPr lang="en-GB" sz="900" b="1" dirty="0">
              <a:cs typeface="Arial"/>
            </a:endParaRPr>
          </a:p>
          <a:p>
            <a:r>
              <a:rPr lang="en-GB" sz="900" b="1" dirty="0">
                <a:ea typeface="+mn-lt"/>
                <a:cs typeface="+mn-lt"/>
              </a:rPr>
              <a:t>What it is:</a:t>
            </a:r>
            <a:br>
              <a:rPr lang="en-GB" sz="900" b="1" dirty="0">
                <a:ea typeface="+mn-lt"/>
                <a:cs typeface="+mn-lt"/>
              </a:rPr>
            </a:br>
            <a:r>
              <a:rPr lang="en-GB" sz="900" b="1" dirty="0">
                <a:ea typeface="+mn-lt"/>
                <a:cs typeface="+mn-lt"/>
              </a:rPr>
              <a:t> A rule-based model</a:t>
            </a:r>
            <a:r>
              <a:rPr lang="en-GB" sz="900" dirty="0">
                <a:ea typeface="+mn-lt"/>
                <a:cs typeface="+mn-lt"/>
              </a:rPr>
              <a:t> that makes decisions using if–else conditions.</a:t>
            </a:r>
            <a:endParaRPr lang="en-GB" sz="900" dirty="0">
              <a:cs typeface="Arial"/>
            </a:endParaRPr>
          </a:p>
          <a:p>
            <a:r>
              <a:rPr lang="en-GB" sz="900" b="1" dirty="0">
                <a:ea typeface="+mn-lt"/>
                <a:cs typeface="+mn-lt"/>
              </a:rPr>
              <a:t>How it works (steps):</a:t>
            </a:r>
            <a:endParaRPr lang="en-GB" sz="900" dirty="0">
              <a:cs typeface="Arial"/>
            </a:endParaRPr>
          </a:p>
          <a:p>
            <a:r>
              <a:rPr lang="en-GB" sz="900" b="1" dirty="0">
                <a:cs typeface="Arial"/>
              </a:rPr>
              <a:t>Two main method (Gini impurity) and (entropy +information gain)</a:t>
            </a:r>
          </a:p>
          <a:p>
            <a:r>
              <a:rPr lang="en-GB" sz="1000" dirty="0">
                <a:cs typeface="Arial"/>
              </a:rPr>
              <a:t>What we use:</a:t>
            </a:r>
          </a:p>
          <a:p>
            <a:r>
              <a:rPr lang="en-GB" sz="1000" dirty="0">
                <a:cs typeface="Arial"/>
              </a:rPr>
              <a:t>Entropy </a:t>
            </a:r>
          </a:p>
          <a:p>
            <a:pPr marL="228600" indent="-228600">
              <a:buAutoNum type="alphaLcPeriod"/>
            </a:pPr>
            <a:r>
              <a:rPr lang="en-GB" sz="900" dirty="0">
                <a:cs typeface="Arial"/>
              </a:rPr>
              <a:t>First choose whom to make root node</a:t>
            </a:r>
          </a:p>
          <a:p>
            <a:r>
              <a:rPr lang="en-GB" sz="900" dirty="0">
                <a:cs typeface="Arial"/>
              </a:rPr>
              <a:t>  a. first for root node you have to calculate entropy and IG of 1.</a:t>
            </a:r>
          </a:p>
          <a:p>
            <a:r>
              <a:rPr lang="en-GB" sz="900" dirty="0">
                <a:cs typeface="Arial"/>
              </a:rPr>
              <a:t>Entropy whole dataset 2. Entropy of all-weather sunny cloudy rain  3. IG</a:t>
            </a:r>
            <a:endParaRPr lang="en-GB"/>
          </a:p>
          <a:p>
            <a:r>
              <a:rPr lang="en-GB" sz="900" dirty="0">
                <a:cs typeface="Arial"/>
              </a:rPr>
              <a:t>b. do same with temp , humidity, wind 1. entropy of whole data set 2. entropy of all attributes 3rd IG </a:t>
            </a:r>
          </a:p>
          <a:p>
            <a:r>
              <a:rPr lang="en-GB" sz="900" dirty="0">
                <a:cs typeface="Arial"/>
              </a:rPr>
              <a:t>c. choose the max IG which will be our root node(weather) 0.246</a:t>
            </a:r>
          </a:p>
          <a:p>
            <a:r>
              <a:rPr lang="en-GB" sz="900" dirty="0">
                <a:cs typeface="Arial"/>
              </a:rPr>
              <a:t>2. weather as root node in these we have sunny, cloudy, rain.</a:t>
            </a:r>
          </a:p>
          <a:p>
            <a:pPr marL="228600" indent="-228600">
              <a:buAutoNum type="alphaLcPeriod"/>
            </a:pPr>
            <a:r>
              <a:rPr lang="en-GB" sz="900" dirty="0">
                <a:cs typeface="Arial"/>
              </a:rPr>
              <a:t>Cloudy yes always yes so we have sunny and rain</a:t>
            </a:r>
          </a:p>
          <a:p>
            <a:r>
              <a:rPr lang="en-GB" sz="900" dirty="0">
                <a:cs typeface="Arial"/>
              </a:rPr>
              <a:t>3. now calculate from the point of sunny </a:t>
            </a:r>
          </a:p>
          <a:p>
            <a:pPr marL="228600" indent="-228600">
              <a:buAutoNum type="alphaLcPeriod"/>
            </a:pPr>
            <a:r>
              <a:rPr lang="en-GB" sz="900" dirty="0">
                <a:cs typeface="Arial"/>
              </a:rPr>
              <a:t>Pick all the sunny rows from the dataset (5 rows) to find next vertex</a:t>
            </a:r>
          </a:p>
          <a:p>
            <a:pPr marL="228600" indent="-228600">
              <a:buAutoNum type="alphaLcPeriod"/>
            </a:pPr>
            <a:r>
              <a:rPr lang="en-GB" sz="900" dirty="0">
                <a:cs typeface="Arial"/>
              </a:rPr>
              <a:t> Now inside sunny we have temp, humidity, wind to choose whom to make vertex </a:t>
            </a:r>
          </a:p>
          <a:p>
            <a:pPr marL="228600" indent="-228600">
              <a:buAutoNum type="alphaLcPeriod"/>
            </a:pPr>
            <a:r>
              <a:rPr lang="en-GB" sz="900" dirty="0">
                <a:cs typeface="Arial"/>
              </a:rPr>
              <a:t>Now according to this dataset of sunny find IG, 1. entropy of sunny, 2. entropy of attribute of sunny hot mild cool 3. IG</a:t>
            </a:r>
          </a:p>
          <a:p>
            <a:pPr marL="228600" indent="-228600">
              <a:buAutoNum type="alphaLcPeriod"/>
            </a:pPr>
            <a:r>
              <a:rPr lang="en-GB" sz="900" dirty="0">
                <a:cs typeface="Arial"/>
              </a:rPr>
              <a:t>Now do same with temp, humidity, wind, 1. entropy of sunny 2. entropy of attributes of temp/humidity/wind 3. IG  4. pick the max IG for next vertex(humidity 0.57) after humidity we will have high or normal if high NO, if normal YES we reach leaf node, do same with rain</a:t>
            </a:r>
          </a:p>
        </p:txBody>
      </p:sp>
      <p:grpSp>
        <p:nvGrpSpPr>
          <p:cNvPr id="11" name="Group 10">
            <a:extLst>
              <a:ext uri="{FF2B5EF4-FFF2-40B4-BE49-F238E27FC236}">
                <a16:creationId xmlns:a16="http://schemas.microsoft.com/office/drawing/2014/main" id="{7C5475C8-D4CC-CF65-35CC-5552A9370ED8}"/>
              </a:ext>
            </a:extLst>
          </p:cNvPr>
          <p:cNvGrpSpPr/>
          <p:nvPr/>
        </p:nvGrpSpPr>
        <p:grpSpPr>
          <a:xfrm>
            <a:off x="5905621" y="1297215"/>
            <a:ext cx="3234171" cy="1518377"/>
            <a:chOff x="5021414" y="2925451"/>
            <a:chExt cx="3579228" cy="1960480"/>
          </a:xfrm>
        </p:grpSpPr>
        <p:pic>
          <p:nvPicPr>
            <p:cNvPr id="5" name="Picture 4" descr="A screenshot of a math equation&#10;&#10;AI-generated content may be incorrect.">
              <a:extLst>
                <a:ext uri="{FF2B5EF4-FFF2-40B4-BE49-F238E27FC236}">
                  <a16:creationId xmlns:a16="http://schemas.microsoft.com/office/drawing/2014/main" id="{01F085DE-D5C0-8078-1121-6B50D9AE5DDE}"/>
                </a:ext>
              </a:extLst>
            </p:cNvPr>
            <p:cNvPicPr>
              <a:picLocks noChangeAspect="1"/>
            </p:cNvPicPr>
            <p:nvPr/>
          </p:nvPicPr>
          <p:blipFill>
            <a:blip r:embed="rId4"/>
            <a:stretch>
              <a:fillRect/>
            </a:stretch>
          </p:blipFill>
          <p:spPr>
            <a:xfrm>
              <a:off x="5021414" y="2925451"/>
              <a:ext cx="3579228" cy="1954554"/>
            </a:xfrm>
            <a:prstGeom prst="rect">
              <a:avLst/>
            </a:prstGeom>
          </p:spPr>
        </p:pic>
        <p:sp>
          <p:nvSpPr>
            <p:cNvPr id="9" name="Rectangle 8">
              <a:extLst>
                <a:ext uri="{FF2B5EF4-FFF2-40B4-BE49-F238E27FC236}">
                  <a16:creationId xmlns:a16="http://schemas.microsoft.com/office/drawing/2014/main" id="{73614961-A5C6-B553-5951-553FF2188599}"/>
                </a:ext>
              </a:extLst>
            </p:cNvPr>
            <p:cNvSpPr/>
            <p:nvPr/>
          </p:nvSpPr>
          <p:spPr>
            <a:xfrm>
              <a:off x="5037630" y="4663042"/>
              <a:ext cx="638403" cy="2228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12" name="Picture 11" descr="A screen shot of a chart&#10;&#10;AI-generated content may be incorrect.">
            <a:extLst>
              <a:ext uri="{FF2B5EF4-FFF2-40B4-BE49-F238E27FC236}">
                <a16:creationId xmlns:a16="http://schemas.microsoft.com/office/drawing/2014/main" id="{5F146B91-7F24-926B-099B-45F022D9F5C9}"/>
              </a:ext>
            </a:extLst>
          </p:cNvPr>
          <p:cNvPicPr>
            <a:picLocks noChangeAspect="1"/>
          </p:cNvPicPr>
          <p:nvPr/>
        </p:nvPicPr>
        <p:blipFill>
          <a:blip r:embed="rId5"/>
          <a:stretch>
            <a:fillRect/>
          </a:stretch>
        </p:blipFill>
        <p:spPr>
          <a:xfrm>
            <a:off x="4140677" y="2902597"/>
            <a:ext cx="1639021" cy="1365512"/>
          </a:xfrm>
          <a:prstGeom prst="rect">
            <a:avLst/>
          </a:prstGeom>
        </p:spPr>
      </p:pic>
      <p:pic>
        <p:nvPicPr>
          <p:cNvPr id="13" name="Picture 12" descr="A screen shot of a chart&#10;&#10;AI-generated content may be incorrect.">
            <a:extLst>
              <a:ext uri="{FF2B5EF4-FFF2-40B4-BE49-F238E27FC236}">
                <a16:creationId xmlns:a16="http://schemas.microsoft.com/office/drawing/2014/main" id="{4B945CA5-C0B0-E200-1382-64B3F71040CA}"/>
              </a:ext>
            </a:extLst>
          </p:cNvPr>
          <p:cNvPicPr>
            <a:picLocks noChangeAspect="1"/>
          </p:cNvPicPr>
          <p:nvPr/>
        </p:nvPicPr>
        <p:blipFill>
          <a:blip r:embed="rId5"/>
          <a:stretch>
            <a:fillRect/>
          </a:stretch>
        </p:blipFill>
        <p:spPr>
          <a:xfrm>
            <a:off x="5909093" y="2902597"/>
            <a:ext cx="1951728" cy="1365512"/>
          </a:xfrm>
          <a:prstGeom prst="rect">
            <a:avLst/>
          </a:prstGeom>
        </p:spPr>
      </p:pic>
    </p:spTree>
    <p:extLst>
      <p:ext uri="{BB962C8B-B14F-4D97-AF65-F5344CB8AC3E}">
        <p14:creationId xmlns:p14="http://schemas.microsoft.com/office/powerpoint/2010/main" val="2926411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FBB15-FB1A-0587-CB98-ECC7C2EEDFF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73903C3-1B4E-9746-D95C-4DB03C351E36}"/>
              </a:ext>
            </a:extLst>
          </p:cNvPr>
          <p:cNvSpPr txBox="1"/>
          <p:nvPr/>
        </p:nvSpPr>
        <p:spPr>
          <a:xfrm>
            <a:off x="1006055" y="113761"/>
            <a:ext cx="1709377"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3: MODEL TRAIN</a:t>
            </a:r>
          </a:p>
        </p:txBody>
      </p:sp>
      <p:sp>
        <p:nvSpPr>
          <p:cNvPr id="8" name="TextBox 7">
            <a:extLst>
              <a:ext uri="{FF2B5EF4-FFF2-40B4-BE49-F238E27FC236}">
                <a16:creationId xmlns:a16="http://schemas.microsoft.com/office/drawing/2014/main" id="{CCFA4199-CC07-5412-4D53-638FD2CC9224}"/>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dirty="0">
                <a:cs typeface="Arial"/>
              </a:rPr>
              <a:t>Random Forest</a:t>
            </a:r>
          </a:p>
        </p:txBody>
      </p:sp>
      <p:cxnSp>
        <p:nvCxnSpPr>
          <p:cNvPr id="10" name="Straight Arrow Connector 9">
            <a:extLst>
              <a:ext uri="{FF2B5EF4-FFF2-40B4-BE49-F238E27FC236}">
                <a16:creationId xmlns:a16="http://schemas.microsoft.com/office/drawing/2014/main" id="{662D2070-41E9-177B-F3E8-B35425C0FC55}"/>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A green and black sign&#10;&#10;AI-generated content may be incorrect.">
            <a:extLst>
              <a:ext uri="{FF2B5EF4-FFF2-40B4-BE49-F238E27FC236}">
                <a16:creationId xmlns:a16="http://schemas.microsoft.com/office/drawing/2014/main" id="{8D0B77B1-7A02-48AE-B502-F91EE99C53C0}"/>
              </a:ext>
            </a:extLst>
          </p:cNvPr>
          <p:cNvPicPr>
            <a:picLocks noChangeAspect="1"/>
          </p:cNvPicPr>
          <p:nvPr/>
        </p:nvPicPr>
        <p:blipFill>
          <a:blip r:embed="rId2"/>
          <a:stretch>
            <a:fillRect/>
          </a:stretch>
        </p:blipFill>
        <p:spPr>
          <a:xfrm>
            <a:off x="50222" y="68406"/>
            <a:ext cx="789277" cy="248949"/>
          </a:xfrm>
          <a:prstGeom prst="rect">
            <a:avLst/>
          </a:prstGeom>
        </p:spPr>
      </p:pic>
      <p:cxnSp>
        <p:nvCxnSpPr>
          <p:cNvPr id="19" name="Straight Arrow Connector 18">
            <a:extLst>
              <a:ext uri="{FF2B5EF4-FFF2-40B4-BE49-F238E27FC236}">
                <a16:creationId xmlns:a16="http://schemas.microsoft.com/office/drawing/2014/main" id="{F68437E8-3A69-A2C5-BC79-ED73B94B3957}"/>
              </a:ext>
            </a:extLst>
          </p:cNvPr>
          <p:cNvCxnSpPr>
            <a:cxnSpLocks/>
          </p:cNvCxnSpPr>
          <p:nvPr/>
        </p:nvCxnSpPr>
        <p:spPr>
          <a:xfrm>
            <a:off x="933883" y="1571623"/>
            <a:ext cx="3706954" cy="1948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B70E32B-544D-DE6F-5278-F729D7AC8854}"/>
              </a:ext>
            </a:extLst>
          </p:cNvPr>
          <p:cNvSpPr txBox="1"/>
          <p:nvPr/>
        </p:nvSpPr>
        <p:spPr>
          <a:xfrm>
            <a:off x="935830" y="1350818"/>
            <a:ext cx="3706956" cy="1615827"/>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t>Random Forest</a:t>
            </a:r>
            <a:endParaRPr lang="en-US" sz="900"/>
          </a:p>
          <a:p>
            <a:endParaRPr lang="en-GB" sz="900"/>
          </a:p>
          <a:p>
            <a:r>
              <a:rPr lang="en-GB" sz="900" b="1" dirty="0"/>
              <a:t>4️⃣ Random Forest</a:t>
            </a:r>
            <a:endParaRPr lang="en-GB" sz="900" b="1" dirty="0">
              <a:cs typeface="Arial"/>
            </a:endParaRPr>
          </a:p>
          <a:p>
            <a:r>
              <a:rPr lang="en-GB" sz="900" b="1" dirty="0">
                <a:ea typeface="+mn-lt"/>
                <a:cs typeface="+mn-lt"/>
              </a:rPr>
              <a:t>What it is:</a:t>
            </a:r>
            <a:br>
              <a:rPr lang="en-GB" sz="900" b="1" dirty="0">
                <a:ea typeface="+mn-lt"/>
                <a:cs typeface="+mn-lt"/>
              </a:rPr>
            </a:br>
            <a:r>
              <a:rPr lang="en-GB" sz="900" b="1" dirty="0">
                <a:cs typeface="Arial"/>
              </a:rPr>
              <a:t>Random forest is an ensemble learning method for classification, regression.(accurate is classification)</a:t>
            </a:r>
            <a:endParaRPr lang="en-GB" sz="900" dirty="0">
              <a:cs typeface="Arial"/>
            </a:endParaRPr>
          </a:p>
          <a:p>
            <a:r>
              <a:rPr lang="en-GB" sz="900" b="1" dirty="0">
                <a:ea typeface="+mn-lt"/>
                <a:cs typeface="+mn-lt"/>
              </a:rPr>
              <a:t>Random forest correct for decision tress habit of overfitting their training set.</a:t>
            </a:r>
          </a:p>
          <a:p>
            <a:r>
              <a:rPr lang="en-GB" sz="900" b="1" dirty="0">
                <a:ea typeface="+mn-lt"/>
                <a:cs typeface="+mn-lt"/>
              </a:rPr>
              <a:t>Key point:</a:t>
            </a:r>
            <a:endParaRPr lang="en-GB" sz="900" dirty="0">
              <a:cs typeface="Arial"/>
            </a:endParaRPr>
          </a:p>
          <a:p>
            <a:pPr marL="285750" indent="-285750">
              <a:buFont typeface="Arial"/>
              <a:buChar char="•"/>
            </a:pPr>
            <a:r>
              <a:rPr lang="en-GB" sz="900" dirty="0">
                <a:ea typeface="+mn-lt"/>
                <a:cs typeface="+mn-lt"/>
              </a:rPr>
              <a:t>Reduces overfitting</a:t>
            </a:r>
            <a:endParaRPr lang="en-GB" sz="900" dirty="0">
              <a:cs typeface="Arial"/>
            </a:endParaRPr>
          </a:p>
          <a:p>
            <a:pPr marL="285750" indent="-285750">
              <a:buFont typeface="Arial"/>
              <a:buChar char="•"/>
            </a:pPr>
            <a:r>
              <a:rPr lang="en-GB" sz="900" dirty="0">
                <a:ea typeface="+mn-lt"/>
                <a:cs typeface="+mn-lt"/>
              </a:rPr>
              <a:t>More stable than a single decision tree</a:t>
            </a:r>
            <a:endParaRPr lang="en-GB" sz="900" dirty="0">
              <a:cs typeface="Arial"/>
            </a:endParaRPr>
          </a:p>
        </p:txBody>
      </p:sp>
      <p:pic>
        <p:nvPicPr>
          <p:cNvPr id="9" name="Picture 8" descr="A diagram of a basket with boxes&#10;&#10;AI-generated content may be incorrect.">
            <a:extLst>
              <a:ext uri="{FF2B5EF4-FFF2-40B4-BE49-F238E27FC236}">
                <a16:creationId xmlns:a16="http://schemas.microsoft.com/office/drawing/2014/main" id="{E5F92B99-D24B-C7BA-4C6F-2706902F87BB}"/>
              </a:ext>
            </a:extLst>
          </p:cNvPr>
          <p:cNvPicPr>
            <a:picLocks noChangeAspect="1"/>
          </p:cNvPicPr>
          <p:nvPr/>
        </p:nvPicPr>
        <p:blipFill>
          <a:blip r:embed="rId3"/>
          <a:stretch>
            <a:fillRect/>
          </a:stretch>
        </p:blipFill>
        <p:spPr>
          <a:xfrm>
            <a:off x="4837825" y="1350818"/>
            <a:ext cx="2968787" cy="2078182"/>
          </a:xfrm>
          <a:prstGeom prst="rect">
            <a:avLst/>
          </a:prstGeom>
        </p:spPr>
      </p:pic>
    </p:spTree>
    <p:extLst>
      <p:ext uri="{BB962C8B-B14F-4D97-AF65-F5344CB8AC3E}">
        <p14:creationId xmlns:p14="http://schemas.microsoft.com/office/powerpoint/2010/main" val="2965283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3E0A-81A7-424B-A6F5-C4C593B95DC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1BBB5F2-0734-C14F-3D1F-5BB3C3ADC5EC}"/>
              </a:ext>
            </a:extLst>
          </p:cNvPr>
          <p:cNvSpPr txBox="1"/>
          <p:nvPr/>
        </p:nvSpPr>
        <p:spPr>
          <a:xfrm>
            <a:off x="1006055" y="113761"/>
            <a:ext cx="1709377"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3: MODEL TRAIN</a:t>
            </a:r>
          </a:p>
        </p:txBody>
      </p:sp>
      <p:sp>
        <p:nvSpPr>
          <p:cNvPr id="8" name="TextBox 7">
            <a:extLst>
              <a:ext uri="{FF2B5EF4-FFF2-40B4-BE49-F238E27FC236}">
                <a16:creationId xmlns:a16="http://schemas.microsoft.com/office/drawing/2014/main" id="{8CA1BE18-79FC-0248-B7DC-BEA2395AD50E}"/>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dirty="0">
                <a:cs typeface="Arial"/>
              </a:rPr>
              <a:t>Logistic Regression</a:t>
            </a:r>
          </a:p>
        </p:txBody>
      </p:sp>
      <p:cxnSp>
        <p:nvCxnSpPr>
          <p:cNvPr id="10" name="Straight Arrow Connector 9">
            <a:extLst>
              <a:ext uri="{FF2B5EF4-FFF2-40B4-BE49-F238E27FC236}">
                <a16:creationId xmlns:a16="http://schemas.microsoft.com/office/drawing/2014/main" id="{0F9499E3-88D5-1E11-4000-6929F68704BB}"/>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A green and black sign&#10;&#10;AI-generated content may be incorrect.">
            <a:extLst>
              <a:ext uri="{FF2B5EF4-FFF2-40B4-BE49-F238E27FC236}">
                <a16:creationId xmlns:a16="http://schemas.microsoft.com/office/drawing/2014/main" id="{723B3698-CD03-3505-9BC8-758C0FB25803}"/>
              </a:ext>
            </a:extLst>
          </p:cNvPr>
          <p:cNvPicPr>
            <a:picLocks noChangeAspect="1"/>
          </p:cNvPicPr>
          <p:nvPr/>
        </p:nvPicPr>
        <p:blipFill>
          <a:blip r:embed="rId2"/>
          <a:stretch>
            <a:fillRect/>
          </a:stretch>
        </p:blipFill>
        <p:spPr>
          <a:xfrm>
            <a:off x="50222" y="68406"/>
            <a:ext cx="789277" cy="248949"/>
          </a:xfrm>
          <a:prstGeom prst="rect">
            <a:avLst/>
          </a:prstGeom>
        </p:spPr>
      </p:pic>
      <p:cxnSp>
        <p:nvCxnSpPr>
          <p:cNvPr id="19" name="Straight Arrow Connector 18">
            <a:extLst>
              <a:ext uri="{FF2B5EF4-FFF2-40B4-BE49-F238E27FC236}">
                <a16:creationId xmlns:a16="http://schemas.microsoft.com/office/drawing/2014/main" id="{F96BF630-750E-958B-4CAD-361BE1DF2443}"/>
              </a:ext>
            </a:extLst>
          </p:cNvPr>
          <p:cNvCxnSpPr>
            <a:cxnSpLocks/>
          </p:cNvCxnSpPr>
          <p:nvPr/>
        </p:nvCxnSpPr>
        <p:spPr>
          <a:xfrm>
            <a:off x="933883" y="1571623"/>
            <a:ext cx="3706954" cy="1948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30E7D25-3B55-B05B-01F7-DA4B672DEE45}"/>
              </a:ext>
            </a:extLst>
          </p:cNvPr>
          <p:cNvSpPr txBox="1"/>
          <p:nvPr/>
        </p:nvSpPr>
        <p:spPr>
          <a:xfrm>
            <a:off x="933232" y="1350818"/>
            <a:ext cx="3700463" cy="31393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cs typeface="Arial"/>
              </a:rPr>
              <a:t>Logistic Regression</a:t>
            </a:r>
          </a:p>
          <a:p>
            <a:endParaRPr lang="en-GB" sz="900"/>
          </a:p>
          <a:p>
            <a:r>
              <a:rPr lang="en-GB" sz="900" b="1" dirty="0"/>
              <a:t>2️⃣ Logistic Regression</a:t>
            </a:r>
            <a:endParaRPr lang="en-US" sz="900" dirty="0">
              <a:cs typeface="Arial"/>
            </a:endParaRPr>
          </a:p>
          <a:p>
            <a:endParaRPr lang="en-GB" sz="900" b="1">
              <a:ea typeface="+mn-lt"/>
              <a:cs typeface="+mn-lt"/>
            </a:endParaRPr>
          </a:p>
          <a:p>
            <a:r>
              <a:rPr lang="en-GB" sz="900" b="1" dirty="0">
                <a:ea typeface="+mn-lt"/>
                <a:cs typeface="+mn-lt"/>
              </a:rPr>
              <a:t>What it is:</a:t>
            </a:r>
            <a:br>
              <a:rPr lang="en-GB" sz="900" b="1" dirty="0">
                <a:ea typeface="+mn-lt"/>
                <a:cs typeface="+mn-lt"/>
              </a:rPr>
            </a:br>
            <a:r>
              <a:rPr lang="en-GB" sz="900" b="1" dirty="0">
                <a:ea typeface="+mn-lt"/>
                <a:cs typeface="+mn-lt"/>
              </a:rPr>
              <a:t> A probability-based linear classifier</a:t>
            </a:r>
            <a:r>
              <a:rPr lang="en-GB" sz="900" dirty="0">
                <a:ea typeface="+mn-lt"/>
                <a:cs typeface="+mn-lt"/>
              </a:rPr>
              <a:t> used for multiclass classification.</a:t>
            </a:r>
            <a:endParaRPr lang="en-GB" sz="900" dirty="0">
              <a:cs typeface="Arial"/>
            </a:endParaRPr>
          </a:p>
          <a:p>
            <a:endParaRPr lang="en-GB" sz="900">
              <a:ea typeface="+mn-lt"/>
              <a:cs typeface="+mn-lt"/>
            </a:endParaRPr>
          </a:p>
          <a:p>
            <a:r>
              <a:rPr lang="en-GB" sz="900" b="1" dirty="0">
                <a:ea typeface="+mn-lt"/>
                <a:cs typeface="+mn-lt"/>
              </a:rPr>
              <a:t>How it works (steps):</a:t>
            </a:r>
            <a:endParaRPr lang="en-GB" sz="900" dirty="0">
              <a:cs typeface="Arial"/>
            </a:endParaRPr>
          </a:p>
          <a:p>
            <a:pPr marL="285750" indent="-285750">
              <a:buFont typeface="Arial"/>
              <a:buChar char="•"/>
            </a:pPr>
            <a:endParaRPr lang="en-GB" sz="900" dirty="0">
              <a:cs typeface="Arial"/>
            </a:endParaRPr>
          </a:p>
          <a:p>
            <a:pPr marL="285750" indent="-285750">
              <a:buFont typeface="Arial"/>
              <a:buChar char="•"/>
            </a:pPr>
            <a:endParaRPr lang="en-GB" sz="900">
              <a:ea typeface="+mn-lt"/>
              <a:cs typeface="+mn-lt"/>
            </a:endParaRPr>
          </a:p>
          <a:p>
            <a:r>
              <a:rPr lang="en-GB" sz="900" b="1" dirty="0">
                <a:ea typeface="+mn-lt"/>
                <a:cs typeface="+mn-lt"/>
              </a:rPr>
              <a:t>Core idea / formula:</a:t>
            </a:r>
            <a:endParaRPr lang="en-GB" sz="900" dirty="0">
              <a:cs typeface="Arial"/>
            </a:endParaRPr>
          </a:p>
          <a:p>
            <a:r>
              <a:rPr lang="en-GB" sz="900" dirty="0">
                <a:cs typeface="Arial"/>
              </a:rPr>
              <a:t>y =1/1+e^-(Ao+A1x) sigmoid function y= range 0-1 </a:t>
            </a:r>
          </a:p>
          <a:p>
            <a:r>
              <a:rPr lang="en-GB" sz="900" dirty="0">
                <a:ea typeface="+mn-lt"/>
                <a:cs typeface="+mn-lt"/>
              </a:rPr>
              <a:t>Ao= intercept, A1= if I change A1 then how much change it cause in y</a:t>
            </a:r>
          </a:p>
          <a:p>
            <a:r>
              <a:rPr lang="en-GB" sz="900" dirty="0">
                <a:ea typeface="+mn-lt"/>
                <a:cs typeface="+mn-lt"/>
              </a:rPr>
              <a:t>X=independent variable</a:t>
            </a:r>
          </a:p>
          <a:p>
            <a:r>
              <a:rPr lang="en-GB" sz="900" dirty="0">
                <a:ea typeface="+mn-lt"/>
                <a:cs typeface="+mn-lt"/>
              </a:rPr>
              <a:t>How to find value of Ao and A1:</a:t>
            </a:r>
          </a:p>
          <a:p>
            <a:r>
              <a:rPr lang="en-GB" sz="900" dirty="0">
                <a:ea typeface="+mn-lt"/>
                <a:cs typeface="+mn-lt"/>
              </a:rPr>
              <a:t>It work on maximum likelihood estimation then in that we optimize cost function again and again with gradient decent method</a:t>
            </a:r>
          </a:p>
          <a:p>
            <a:r>
              <a:rPr lang="en-GB" sz="900" b="1" dirty="0">
                <a:ea typeface="+mn-lt"/>
                <a:cs typeface="+mn-lt"/>
              </a:rPr>
              <a:t>Key point:</a:t>
            </a:r>
            <a:endParaRPr lang="en-GB" sz="900" dirty="0">
              <a:cs typeface="Arial"/>
            </a:endParaRPr>
          </a:p>
          <a:p>
            <a:pPr marL="285750" indent="-285750">
              <a:buFont typeface="Arial"/>
              <a:buChar char="•"/>
            </a:pPr>
            <a:r>
              <a:rPr lang="en-GB" sz="900" dirty="0">
                <a:ea typeface="+mn-lt"/>
                <a:cs typeface="+mn-lt"/>
              </a:rPr>
              <a:t>Stable and interpretable</a:t>
            </a:r>
            <a:endParaRPr lang="en-GB" sz="900" dirty="0">
              <a:cs typeface="Arial"/>
            </a:endParaRPr>
          </a:p>
          <a:p>
            <a:pPr marL="285750" indent="-285750">
              <a:buFont typeface="Arial"/>
              <a:buChar char="•"/>
            </a:pPr>
            <a:r>
              <a:rPr lang="en-GB" sz="900" dirty="0">
                <a:ea typeface="+mn-lt"/>
                <a:cs typeface="+mn-lt"/>
              </a:rPr>
              <a:t>Best-performing model in this project</a:t>
            </a:r>
          </a:p>
        </p:txBody>
      </p:sp>
      <p:pic>
        <p:nvPicPr>
          <p:cNvPr id="5" name="Picture 4" descr="A graph on a white board&#10;&#10;AI-generated content may be incorrect.">
            <a:extLst>
              <a:ext uri="{FF2B5EF4-FFF2-40B4-BE49-F238E27FC236}">
                <a16:creationId xmlns:a16="http://schemas.microsoft.com/office/drawing/2014/main" id="{D4F8D548-3AF8-C0EA-825D-C642F08C70D8}"/>
              </a:ext>
            </a:extLst>
          </p:cNvPr>
          <p:cNvPicPr>
            <a:picLocks noChangeAspect="1"/>
          </p:cNvPicPr>
          <p:nvPr/>
        </p:nvPicPr>
        <p:blipFill>
          <a:blip r:embed="rId3"/>
          <a:stretch>
            <a:fillRect/>
          </a:stretch>
        </p:blipFill>
        <p:spPr>
          <a:xfrm>
            <a:off x="4786311" y="1338623"/>
            <a:ext cx="4175847" cy="2628610"/>
          </a:xfrm>
          <a:prstGeom prst="rect">
            <a:avLst/>
          </a:prstGeom>
        </p:spPr>
      </p:pic>
    </p:spTree>
    <p:extLst>
      <p:ext uri="{BB962C8B-B14F-4D97-AF65-F5344CB8AC3E}">
        <p14:creationId xmlns:p14="http://schemas.microsoft.com/office/powerpoint/2010/main" val="729905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DCFA5-5D32-28E8-C3FE-C94890B33E8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167503A-183D-F776-A797-FB2D8520A1CC}"/>
              </a:ext>
            </a:extLst>
          </p:cNvPr>
          <p:cNvSpPr txBox="1"/>
          <p:nvPr/>
        </p:nvSpPr>
        <p:spPr>
          <a:xfrm>
            <a:off x="1006055" y="113761"/>
            <a:ext cx="1709377"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3: MODEL TRAIN</a:t>
            </a:r>
          </a:p>
        </p:txBody>
      </p:sp>
      <p:sp>
        <p:nvSpPr>
          <p:cNvPr id="8" name="TextBox 7">
            <a:extLst>
              <a:ext uri="{FF2B5EF4-FFF2-40B4-BE49-F238E27FC236}">
                <a16:creationId xmlns:a16="http://schemas.microsoft.com/office/drawing/2014/main" id="{537E2110-964C-4CBD-47E2-E2ACC835CBB1}"/>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dirty="0">
                <a:cs typeface="Arial"/>
              </a:rPr>
              <a:t>SGD Linear Classifier</a:t>
            </a:r>
          </a:p>
        </p:txBody>
      </p:sp>
      <p:cxnSp>
        <p:nvCxnSpPr>
          <p:cNvPr id="10" name="Straight Arrow Connector 9">
            <a:extLst>
              <a:ext uri="{FF2B5EF4-FFF2-40B4-BE49-F238E27FC236}">
                <a16:creationId xmlns:a16="http://schemas.microsoft.com/office/drawing/2014/main" id="{F9648F70-7D74-E06C-218D-C33D067213E4}"/>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descr="A green and black sign&#10;&#10;AI-generated content may be incorrect.">
            <a:extLst>
              <a:ext uri="{FF2B5EF4-FFF2-40B4-BE49-F238E27FC236}">
                <a16:creationId xmlns:a16="http://schemas.microsoft.com/office/drawing/2014/main" id="{02288D23-FE69-FB2A-E9EF-F78A5FB37B28}"/>
              </a:ext>
            </a:extLst>
          </p:cNvPr>
          <p:cNvPicPr>
            <a:picLocks noChangeAspect="1"/>
          </p:cNvPicPr>
          <p:nvPr/>
        </p:nvPicPr>
        <p:blipFill>
          <a:blip r:embed="rId2"/>
          <a:stretch>
            <a:fillRect/>
          </a:stretch>
        </p:blipFill>
        <p:spPr>
          <a:xfrm>
            <a:off x="50222" y="68406"/>
            <a:ext cx="789277" cy="248949"/>
          </a:xfrm>
          <a:prstGeom prst="rect">
            <a:avLst/>
          </a:prstGeom>
        </p:spPr>
      </p:pic>
      <p:cxnSp>
        <p:nvCxnSpPr>
          <p:cNvPr id="19" name="Straight Arrow Connector 18">
            <a:extLst>
              <a:ext uri="{FF2B5EF4-FFF2-40B4-BE49-F238E27FC236}">
                <a16:creationId xmlns:a16="http://schemas.microsoft.com/office/drawing/2014/main" id="{697E354C-E81E-A04B-71C7-3442D3088068}"/>
              </a:ext>
            </a:extLst>
          </p:cNvPr>
          <p:cNvCxnSpPr>
            <a:cxnSpLocks/>
          </p:cNvCxnSpPr>
          <p:nvPr/>
        </p:nvCxnSpPr>
        <p:spPr>
          <a:xfrm>
            <a:off x="933883" y="1571623"/>
            <a:ext cx="3706954" cy="19482"/>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4F5A20F3-8207-0C88-A720-BC538C9701F2}"/>
              </a:ext>
            </a:extLst>
          </p:cNvPr>
          <p:cNvSpPr txBox="1"/>
          <p:nvPr/>
        </p:nvSpPr>
        <p:spPr>
          <a:xfrm>
            <a:off x="935831" y="1335881"/>
            <a:ext cx="3707606" cy="203132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dirty="0">
                <a:cs typeface="Arial"/>
              </a:rPr>
              <a:t>SGD linear Classifier</a:t>
            </a:r>
          </a:p>
          <a:p>
            <a:endParaRPr lang="en-GB" sz="900"/>
          </a:p>
          <a:p>
            <a:r>
              <a:rPr lang="en-GB" sz="900" b="1" dirty="0"/>
              <a:t>1️⃣ SGD Linear Classifier</a:t>
            </a:r>
            <a:endParaRPr lang="en-GB" sz="900" dirty="0">
              <a:cs typeface="Arial"/>
            </a:endParaRPr>
          </a:p>
          <a:p>
            <a:r>
              <a:rPr lang="en-GB" sz="900" b="1" dirty="0">
                <a:ea typeface="+mn-lt"/>
                <a:cs typeface="+mn-lt"/>
              </a:rPr>
              <a:t>What it is:</a:t>
            </a:r>
            <a:br>
              <a:rPr lang="en-GB" sz="900" b="1" dirty="0">
                <a:ea typeface="+mn-lt"/>
                <a:cs typeface="+mn-lt"/>
              </a:rPr>
            </a:br>
            <a:r>
              <a:rPr lang="en-GB" sz="900" dirty="0">
                <a:ea typeface="+mn-lt"/>
                <a:cs typeface="+mn-lt"/>
              </a:rPr>
              <a:t>A linear classification model trained using Stochastic Gradient Descent.</a:t>
            </a:r>
            <a:endParaRPr lang="en-GB" sz="900" dirty="0">
              <a:cs typeface="Arial"/>
            </a:endParaRPr>
          </a:p>
          <a:p>
            <a:r>
              <a:rPr lang="en-GB" sz="900" b="1" dirty="0">
                <a:ea typeface="+mn-lt"/>
                <a:cs typeface="+mn-lt"/>
              </a:rPr>
              <a:t>How it works (steps):</a:t>
            </a:r>
            <a:endParaRPr lang="en-GB" sz="900" dirty="0">
              <a:cs typeface="Arial"/>
            </a:endParaRPr>
          </a:p>
          <a:p>
            <a:pPr marL="285750" indent="-285750">
              <a:buFont typeface="Arial"/>
              <a:buChar char="•"/>
            </a:pPr>
            <a:r>
              <a:rPr lang="en-GB" sz="900" dirty="0">
                <a:ea typeface="+mn-lt"/>
                <a:cs typeface="+mn-lt"/>
              </a:rPr>
              <a:t>Initializes weights</a:t>
            </a:r>
            <a:endParaRPr lang="en-GB" sz="900" dirty="0">
              <a:cs typeface="Arial"/>
            </a:endParaRPr>
          </a:p>
          <a:p>
            <a:pPr marL="285750" indent="-285750">
              <a:buFont typeface="Arial"/>
              <a:buChar char="•"/>
            </a:pPr>
            <a:r>
              <a:rPr lang="en-GB" sz="900" dirty="0">
                <a:ea typeface="+mn-lt"/>
                <a:cs typeface="+mn-lt"/>
              </a:rPr>
              <a:t>Calculates prediction error</a:t>
            </a:r>
            <a:endParaRPr lang="en-GB" sz="900" dirty="0">
              <a:cs typeface="Arial"/>
            </a:endParaRPr>
          </a:p>
          <a:p>
            <a:pPr marL="285750" indent="-285750">
              <a:buFont typeface="Arial"/>
              <a:buChar char="•"/>
            </a:pPr>
            <a:r>
              <a:rPr lang="en-GB" sz="900" dirty="0">
                <a:ea typeface="+mn-lt"/>
                <a:cs typeface="+mn-lt"/>
              </a:rPr>
              <a:t>Updates weights using gradient descent</a:t>
            </a:r>
            <a:endParaRPr lang="en-GB" sz="900" dirty="0">
              <a:cs typeface="Arial"/>
            </a:endParaRPr>
          </a:p>
          <a:p>
            <a:pPr marL="285750" indent="-285750">
              <a:buFont typeface="Arial"/>
              <a:buChar char="•"/>
            </a:pPr>
            <a:r>
              <a:rPr lang="en-GB" sz="900" dirty="0">
                <a:ea typeface="+mn-lt"/>
                <a:cs typeface="+mn-lt"/>
              </a:rPr>
              <a:t>Repeats until loss is minimized</a:t>
            </a:r>
            <a:endParaRPr lang="en-GB" sz="900" dirty="0">
              <a:cs typeface="Arial"/>
            </a:endParaRPr>
          </a:p>
          <a:p>
            <a:r>
              <a:rPr lang="en-GB" sz="900" b="1" dirty="0">
                <a:ea typeface="+mn-lt"/>
                <a:cs typeface="+mn-lt"/>
              </a:rPr>
              <a:t>Key point:</a:t>
            </a:r>
            <a:endParaRPr lang="en-GB" sz="900" dirty="0">
              <a:cs typeface="Arial"/>
            </a:endParaRPr>
          </a:p>
          <a:p>
            <a:pPr marL="285750" indent="-285750">
              <a:buFont typeface="Arial"/>
              <a:buChar char="•"/>
            </a:pPr>
            <a:r>
              <a:rPr lang="en-GB" sz="900" dirty="0">
                <a:ea typeface="+mn-lt"/>
                <a:cs typeface="+mn-lt"/>
              </a:rPr>
              <a:t>Fast and efficient for large data</a:t>
            </a:r>
            <a:endParaRPr lang="en-GB" sz="900" dirty="0">
              <a:cs typeface="Arial"/>
            </a:endParaRPr>
          </a:p>
          <a:p>
            <a:pPr marL="285750" indent="-285750">
              <a:buFont typeface="Arial"/>
              <a:buChar char="•"/>
            </a:pPr>
            <a:r>
              <a:rPr lang="en-GB" sz="900" dirty="0">
                <a:ea typeface="+mn-lt"/>
                <a:cs typeface="+mn-lt"/>
              </a:rPr>
              <a:t>Works well when data is linearly separable</a:t>
            </a:r>
            <a:endParaRPr lang="en-GB" sz="900" dirty="0">
              <a:cs typeface="Arial"/>
            </a:endParaRPr>
          </a:p>
        </p:txBody>
      </p:sp>
    </p:spTree>
    <p:extLst>
      <p:ext uri="{BB962C8B-B14F-4D97-AF65-F5344CB8AC3E}">
        <p14:creationId xmlns:p14="http://schemas.microsoft.com/office/powerpoint/2010/main" val="27338110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04ABD-3121-DD3D-9F18-8488E0733DE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98F3BE8-F93B-F75C-A5E4-F34FCC4A7848}"/>
              </a:ext>
            </a:extLst>
          </p:cNvPr>
          <p:cNvSpPr txBox="1"/>
          <p:nvPr/>
        </p:nvSpPr>
        <p:spPr>
          <a:xfrm>
            <a:off x="1006055" y="113761"/>
            <a:ext cx="2474971"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4: HYPERPARAMETE TUNING</a:t>
            </a:r>
          </a:p>
        </p:txBody>
      </p:sp>
      <p:sp>
        <p:nvSpPr>
          <p:cNvPr id="8" name="TextBox 7">
            <a:extLst>
              <a:ext uri="{FF2B5EF4-FFF2-40B4-BE49-F238E27FC236}">
                <a16:creationId xmlns:a16="http://schemas.microsoft.com/office/drawing/2014/main" id="{8695B770-CFE9-F45C-95DA-9CFA1ED8EE6D}"/>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Hyperparameter tuning</a:t>
            </a:r>
          </a:p>
        </p:txBody>
      </p:sp>
      <p:cxnSp>
        <p:nvCxnSpPr>
          <p:cNvPr id="10" name="Straight Arrow Connector 9">
            <a:extLst>
              <a:ext uri="{FF2B5EF4-FFF2-40B4-BE49-F238E27FC236}">
                <a16:creationId xmlns:a16="http://schemas.microsoft.com/office/drawing/2014/main" id="{8D0AFF5D-AB12-D7A3-1195-F5169201FB28}"/>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22F91A4-FEDA-E605-D5ED-C4FB5B8517DD}"/>
              </a:ext>
            </a:extLst>
          </p:cNvPr>
          <p:cNvSpPr txBox="1"/>
          <p:nvPr/>
        </p:nvSpPr>
        <p:spPr>
          <a:xfrm>
            <a:off x="1017525" y="1282059"/>
            <a:ext cx="2865902" cy="27084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ea typeface="+mn-lt"/>
                <a:cs typeface="+mn-lt"/>
              </a:rPr>
              <a:t>Hyperparameter tuning is the process of adjusting the </a:t>
            </a:r>
            <a:r>
              <a:rPr lang="en-GB" sz="1000" b="1">
                <a:ea typeface="+mn-lt"/>
                <a:cs typeface="+mn-lt"/>
              </a:rPr>
              <a:t>machine learning model’s settings</a:t>
            </a:r>
            <a:r>
              <a:rPr lang="en-GB" sz="1000">
                <a:ea typeface="+mn-lt"/>
                <a:cs typeface="+mn-lt"/>
              </a:rPr>
              <a:t> in order to improve its performance. These settings are not learned from the data but are defined before training the model.</a:t>
            </a:r>
            <a:endParaRPr lang="en-US" sz="1000">
              <a:cs typeface="Arial"/>
            </a:endParaRPr>
          </a:p>
          <a:p>
            <a:r>
              <a:rPr lang="en-GB" sz="1000">
                <a:ea typeface="+mn-lt"/>
                <a:cs typeface="+mn-lt"/>
              </a:rPr>
              <a:t>In this process, multiple combinations of hyperparameters are tested to find the configuration that gives the </a:t>
            </a:r>
            <a:r>
              <a:rPr lang="en-GB" sz="1000" b="1">
                <a:ea typeface="+mn-lt"/>
                <a:cs typeface="+mn-lt"/>
              </a:rPr>
              <a:t>best accuracy and overall performance</a:t>
            </a:r>
            <a:r>
              <a:rPr lang="en-GB" sz="1000">
                <a:ea typeface="+mn-lt"/>
                <a:cs typeface="+mn-lt"/>
              </a:rPr>
              <a:t>. Techniques such as </a:t>
            </a:r>
            <a:r>
              <a:rPr lang="en-GB" sz="1000" b="1" err="1">
                <a:ea typeface="+mn-lt"/>
                <a:cs typeface="+mn-lt"/>
              </a:rPr>
              <a:t>GridSearchCV</a:t>
            </a:r>
            <a:r>
              <a:rPr lang="en-GB" sz="1000">
                <a:ea typeface="+mn-lt"/>
                <a:cs typeface="+mn-lt"/>
              </a:rPr>
              <a:t> and </a:t>
            </a:r>
            <a:r>
              <a:rPr lang="en-GB" sz="1000" b="1" err="1">
                <a:ea typeface="+mn-lt"/>
                <a:cs typeface="+mn-lt"/>
              </a:rPr>
              <a:t>RandomizedSearchCV</a:t>
            </a:r>
            <a:r>
              <a:rPr lang="en-GB" sz="1000">
                <a:ea typeface="+mn-lt"/>
                <a:cs typeface="+mn-lt"/>
              </a:rPr>
              <a:t> are commonly used to systematically search for the best hyperparameter values.</a:t>
            </a:r>
            <a:endParaRPr lang="en-GB" sz="1000">
              <a:cs typeface="Arial"/>
            </a:endParaRPr>
          </a:p>
          <a:p>
            <a:r>
              <a:rPr lang="en-GB" sz="1000">
                <a:ea typeface="+mn-lt"/>
                <a:cs typeface="+mn-lt"/>
              </a:rPr>
              <a:t>By selecting optimal hyperparameters, hyperparameter tuning helps in </a:t>
            </a:r>
            <a:r>
              <a:rPr lang="en-GB" sz="1000" b="1">
                <a:ea typeface="+mn-lt"/>
                <a:cs typeface="+mn-lt"/>
              </a:rPr>
              <a:t>improving model accuracy</a:t>
            </a:r>
            <a:r>
              <a:rPr lang="en-GB" sz="1000">
                <a:ea typeface="+mn-lt"/>
                <a:cs typeface="+mn-lt"/>
              </a:rPr>
              <a:t> and also in </a:t>
            </a:r>
            <a:r>
              <a:rPr lang="en-GB" sz="1000" b="1">
                <a:ea typeface="+mn-lt"/>
                <a:cs typeface="+mn-lt"/>
              </a:rPr>
              <a:t>avoiding overfitting and underfitting</a:t>
            </a:r>
            <a:r>
              <a:rPr lang="en-GB" sz="1000">
                <a:ea typeface="+mn-lt"/>
                <a:cs typeface="+mn-lt"/>
              </a:rPr>
              <a:t>.</a:t>
            </a:r>
            <a:endParaRPr lang="en-GB" sz="1000">
              <a:cs typeface="Arial"/>
            </a:endParaRPr>
          </a:p>
          <a:p>
            <a:pPr algn="l"/>
            <a:endParaRPr lang="en-GB" sz="1000">
              <a:cs typeface="Arial"/>
            </a:endParaRPr>
          </a:p>
        </p:txBody>
      </p:sp>
      <p:pic>
        <p:nvPicPr>
          <p:cNvPr id="3" name="Picture 2">
            <a:extLst>
              <a:ext uri="{FF2B5EF4-FFF2-40B4-BE49-F238E27FC236}">
                <a16:creationId xmlns:a16="http://schemas.microsoft.com/office/drawing/2014/main" id="{B58BB9BB-044B-F174-FE4B-1407844F4F2F}"/>
              </a:ext>
            </a:extLst>
          </p:cNvPr>
          <p:cNvPicPr>
            <a:picLocks noChangeAspect="1"/>
          </p:cNvPicPr>
          <p:nvPr/>
        </p:nvPicPr>
        <p:blipFill>
          <a:blip r:embed="rId2"/>
          <a:stretch>
            <a:fillRect/>
          </a:stretch>
        </p:blipFill>
        <p:spPr>
          <a:xfrm>
            <a:off x="4014301" y="1293962"/>
            <a:ext cx="3185738" cy="2857500"/>
          </a:xfrm>
          <a:prstGeom prst="rect">
            <a:avLst/>
          </a:prstGeom>
        </p:spPr>
      </p:pic>
      <p:pic>
        <p:nvPicPr>
          <p:cNvPr id="5" name="Picture 4" descr="A green and black sign&#10;&#10;AI-generated content may be incorrect.">
            <a:extLst>
              <a:ext uri="{FF2B5EF4-FFF2-40B4-BE49-F238E27FC236}">
                <a16:creationId xmlns:a16="http://schemas.microsoft.com/office/drawing/2014/main" id="{54C9E3BA-9DC2-653B-5D49-CF68DE096FB1}"/>
              </a:ext>
            </a:extLst>
          </p:cNvPr>
          <p:cNvPicPr>
            <a:picLocks noChangeAspect="1"/>
          </p:cNvPicPr>
          <p:nvPr/>
        </p:nvPicPr>
        <p:blipFill>
          <a:blip r:embed="rId3"/>
          <a:stretch>
            <a:fillRect/>
          </a:stretch>
        </p:blipFill>
        <p:spPr>
          <a:xfrm>
            <a:off x="50222" y="68406"/>
            <a:ext cx="789277" cy="248949"/>
          </a:xfrm>
          <a:prstGeom prst="rect">
            <a:avLst/>
          </a:prstGeom>
        </p:spPr>
      </p:pic>
    </p:spTree>
    <p:extLst>
      <p:ext uri="{BB962C8B-B14F-4D97-AF65-F5344CB8AC3E}">
        <p14:creationId xmlns:p14="http://schemas.microsoft.com/office/powerpoint/2010/main" val="125686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BB5FB5-C768-0276-5DDA-3C63B2AB5B80}"/>
              </a:ext>
            </a:extLst>
          </p:cNvPr>
          <p:cNvSpPr txBox="1"/>
          <p:nvPr/>
        </p:nvSpPr>
        <p:spPr>
          <a:xfrm>
            <a:off x="1016838" y="113761"/>
            <a:ext cx="2129915"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5: </a:t>
            </a:r>
            <a:r>
              <a:rPr lang="en-GB" sz="1000" b="1">
                <a:latin typeface="Merriweather"/>
                <a:cs typeface="Arial"/>
              </a:rPr>
              <a:t>Evaluate and compare</a:t>
            </a:r>
            <a:endParaRPr lang="en-GB" sz="1000" b="1">
              <a:cs typeface="Arial"/>
            </a:endParaRPr>
          </a:p>
        </p:txBody>
      </p:sp>
      <p:sp>
        <p:nvSpPr>
          <p:cNvPr id="5" name="TextBox 4">
            <a:extLst>
              <a:ext uri="{FF2B5EF4-FFF2-40B4-BE49-F238E27FC236}">
                <a16:creationId xmlns:a16="http://schemas.microsoft.com/office/drawing/2014/main" id="{6A464630-064F-C180-5B36-7F81E04EDD8A}"/>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Cross Validation Comparison</a:t>
            </a:r>
          </a:p>
        </p:txBody>
      </p:sp>
      <p:cxnSp>
        <p:nvCxnSpPr>
          <p:cNvPr id="7" name="Straight Arrow Connector 6">
            <a:extLst>
              <a:ext uri="{FF2B5EF4-FFF2-40B4-BE49-F238E27FC236}">
                <a16:creationId xmlns:a16="http://schemas.microsoft.com/office/drawing/2014/main" id="{D4DD5D7C-4542-5786-6624-CC16E004721F}"/>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1E349D7-84EA-9AF0-6717-163B56C5C2D4}"/>
              </a:ext>
            </a:extLst>
          </p:cNvPr>
          <p:cNvSpPr txBox="1"/>
          <p:nvPr/>
        </p:nvSpPr>
        <p:spPr>
          <a:xfrm>
            <a:off x="90185" y="1271276"/>
            <a:ext cx="2865902" cy="2400657"/>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ea typeface="+mn-lt"/>
                <a:cs typeface="+mn-lt"/>
              </a:rPr>
              <a:t>Cross-validation comparison is a method used to </a:t>
            </a:r>
            <a:r>
              <a:rPr lang="en-GB" sz="1000" b="1">
                <a:ea typeface="+mn-lt"/>
                <a:cs typeface="+mn-lt"/>
              </a:rPr>
              <a:t>fairly compare the performance of multiple machine learning models</a:t>
            </a:r>
            <a:r>
              <a:rPr lang="en-GB" sz="1000">
                <a:ea typeface="+mn-lt"/>
                <a:cs typeface="+mn-lt"/>
              </a:rPr>
              <a:t> by evaluating them on the </a:t>
            </a:r>
            <a:r>
              <a:rPr lang="en-GB" sz="1000" b="1">
                <a:ea typeface="+mn-lt"/>
                <a:cs typeface="+mn-lt"/>
              </a:rPr>
              <a:t>same data splits</a:t>
            </a:r>
            <a:r>
              <a:rPr lang="en-GB" sz="1000">
                <a:ea typeface="+mn-lt"/>
                <a:cs typeface="+mn-lt"/>
              </a:rPr>
              <a:t>.</a:t>
            </a:r>
            <a:endParaRPr lang="en-US"/>
          </a:p>
          <a:p>
            <a:r>
              <a:rPr lang="en-GB" sz="1000">
                <a:ea typeface="+mn-lt"/>
                <a:cs typeface="+mn-lt"/>
              </a:rPr>
              <a:t>In this project:</a:t>
            </a:r>
            <a:endParaRPr lang="en-GB"/>
          </a:p>
          <a:p>
            <a:pPr marL="285750" indent="-285750">
              <a:buFont typeface="Arial"/>
              <a:buChar char="•"/>
            </a:pPr>
            <a:r>
              <a:rPr lang="en-GB" sz="1000" b="1">
                <a:ea typeface="+mn-lt"/>
                <a:cs typeface="+mn-lt"/>
              </a:rPr>
              <a:t>5-fold cross-validation</a:t>
            </a:r>
            <a:r>
              <a:rPr lang="en-GB" sz="1000">
                <a:ea typeface="+mn-lt"/>
                <a:cs typeface="+mn-lt"/>
              </a:rPr>
              <a:t> was used</a:t>
            </a:r>
            <a:endParaRPr lang="en-GB"/>
          </a:p>
          <a:p>
            <a:pPr marL="285750" indent="-285750">
              <a:buFont typeface="Arial"/>
              <a:buChar char="•"/>
            </a:pPr>
            <a:r>
              <a:rPr lang="en-GB" sz="1000">
                <a:ea typeface="+mn-lt"/>
                <a:cs typeface="+mn-lt"/>
              </a:rPr>
              <a:t>The dataset was divided into </a:t>
            </a:r>
            <a:r>
              <a:rPr lang="en-GB" sz="1000" b="1">
                <a:ea typeface="+mn-lt"/>
                <a:cs typeface="+mn-lt"/>
              </a:rPr>
              <a:t>5 equal folds</a:t>
            </a:r>
            <a:endParaRPr lang="en-GB"/>
          </a:p>
          <a:p>
            <a:pPr marL="285750" indent="-285750">
              <a:buFont typeface="Arial"/>
              <a:buChar char="•"/>
            </a:pPr>
            <a:r>
              <a:rPr lang="en-GB" sz="1000">
                <a:ea typeface="+mn-lt"/>
                <a:cs typeface="+mn-lt"/>
              </a:rPr>
              <a:t>Each model was trained on </a:t>
            </a:r>
            <a:r>
              <a:rPr lang="en-GB" sz="1000" b="1">
                <a:ea typeface="+mn-lt"/>
                <a:cs typeface="+mn-lt"/>
              </a:rPr>
              <a:t>4 folds</a:t>
            </a:r>
            <a:r>
              <a:rPr lang="en-GB" sz="1000">
                <a:ea typeface="+mn-lt"/>
                <a:cs typeface="+mn-lt"/>
              </a:rPr>
              <a:t> and tested on </a:t>
            </a:r>
            <a:r>
              <a:rPr lang="en-GB" sz="1000" b="1">
                <a:ea typeface="+mn-lt"/>
                <a:cs typeface="+mn-lt"/>
              </a:rPr>
              <a:t>1 fold</a:t>
            </a:r>
            <a:endParaRPr lang="en-GB"/>
          </a:p>
          <a:p>
            <a:pPr marL="285750" indent="-285750">
              <a:buFont typeface="Arial"/>
              <a:buChar char="•"/>
            </a:pPr>
            <a:r>
              <a:rPr lang="en-GB" sz="1000">
                <a:ea typeface="+mn-lt"/>
                <a:cs typeface="+mn-lt"/>
              </a:rPr>
              <a:t>This process was repeated </a:t>
            </a:r>
            <a:r>
              <a:rPr lang="en-GB" sz="1000" b="1">
                <a:ea typeface="+mn-lt"/>
                <a:cs typeface="+mn-lt"/>
              </a:rPr>
              <a:t>5 times</a:t>
            </a:r>
            <a:endParaRPr lang="en-GB"/>
          </a:p>
          <a:p>
            <a:r>
              <a:rPr lang="en-GB" sz="1000">
                <a:ea typeface="+mn-lt"/>
                <a:cs typeface="+mn-lt"/>
              </a:rPr>
              <a:t>The </a:t>
            </a:r>
            <a:r>
              <a:rPr lang="en-GB" sz="1000" b="1">
                <a:ea typeface="+mn-lt"/>
                <a:cs typeface="+mn-lt"/>
              </a:rPr>
              <a:t>average performance score</a:t>
            </a:r>
            <a:r>
              <a:rPr lang="en-GB" sz="1000">
                <a:ea typeface="+mn-lt"/>
                <a:cs typeface="+mn-lt"/>
              </a:rPr>
              <a:t> (accuracy) of each model was calculated and compared to select the </a:t>
            </a:r>
            <a:r>
              <a:rPr lang="en-GB" sz="1000" b="1">
                <a:ea typeface="+mn-lt"/>
                <a:cs typeface="+mn-lt"/>
              </a:rPr>
              <a:t>best performing model</a:t>
            </a:r>
            <a:r>
              <a:rPr lang="en-GB" sz="1000">
                <a:ea typeface="+mn-lt"/>
                <a:cs typeface="+mn-lt"/>
              </a:rPr>
              <a:t>.</a:t>
            </a:r>
            <a:endParaRPr lang="en-GB"/>
          </a:p>
          <a:p>
            <a:endParaRPr lang="en-GB" sz="1000">
              <a:cs typeface="Arial"/>
            </a:endParaRPr>
          </a:p>
        </p:txBody>
      </p:sp>
      <p:pic>
        <p:nvPicPr>
          <p:cNvPr id="12" name="Picture 11" descr="A screenshot of a computer&#10;&#10;AI-generated content may be incorrect.">
            <a:extLst>
              <a:ext uri="{FF2B5EF4-FFF2-40B4-BE49-F238E27FC236}">
                <a16:creationId xmlns:a16="http://schemas.microsoft.com/office/drawing/2014/main" id="{13777E54-155E-C0E0-3CCB-B3AEDBC09DF1}"/>
              </a:ext>
            </a:extLst>
          </p:cNvPr>
          <p:cNvPicPr>
            <a:picLocks noChangeAspect="1"/>
          </p:cNvPicPr>
          <p:nvPr/>
        </p:nvPicPr>
        <p:blipFill>
          <a:blip r:embed="rId2"/>
          <a:stretch>
            <a:fillRect/>
          </a:stretch>
        </p:blipFill>
        <p:spPr>
          <a:xfrm>
            <a:off x="3042159" y="1287492"/>
            <a:ext cx="1496145" cy="2331289"/>
          </a:xfrm>
          <a:prstGeom prst="rect">
            <a:avLst/>
          </a:prstGeom>
        </p:spPr>
      </p:pic>
      <p:pic>
        <p:nvPicPr>
          <p:cNvPr id="13" name="Picture 12" descr="A diagram of a performance test&#10;&#10;AI-generated content may be incorrect.">
            <a:extLst>
              <a:ext uri="{FF2B5EF4-FFF2-40B4-BE49-F238E27FC236}">
                <a16:creationId xmlns:a16="http://schemas.microsoft.com/office/drawing/2014/main" id="{776967F0-E770-C007-4879-47199CFD6A80}"/>
              </a:ext>
            </a:extLst>
          </p:cNvPr>
          <p:cNvPicPr>
            <a:picLocks noChangeAspect="1"/>
          </p:cNvPicPr>
          <p:nvPr/>
        </p:nvPicPr>
        <p:blipFill>
          <a:blip r:embed="rId3"/>
          <a:stretch>
            <a:fillRect/>
          </a:stretch>
        </p:blipFill>
        <p:spPr>
          <a:xfrm>
            <a:off x="4663025" y="1295937"/>
            <a:ext cx="3117551" cy="1861509"/>
          </a:xfrm>
          <a:prstGeom prst="rect">
            <a:avLst/>
          </a:prstGeom>
        </p:spPr>
      </p:pic>
      <p:pic>
        <p:nvPicPr>
          <p:cNvPr id="14" name="Picture 13" descr="A screenshot of a black screen&#10;&#10;AI-generated content may be incorrect.">
            <a:extLst>
              <a:ext uri="{FF2B5EF4-FFF2-40B4-BE49-F238E27FC236}">
                <a16:creationId xmlns:a16="http://schemas.microsoft.com/office/drawing/2014/main" id="{D766FA52-3C63-6C15-58F4-E7C4A6C89A8F}"/>
              </a:ext>
            </a:extLst>
          </p:cNvPr>
          <p:cNvPicPr>
            <a:picLocks noChangeAspect="1"/>
          </p:cNvPicPr>
          <p:nvPr/>
        </p:nvPicPr>
        <p:blipFill>
          <a:blip r:embed="rId4"/>
          <a:stretch>
            <a:fillRect/>
          </a:stretch>
        </p:blipFill>
        <p:spPr>
          <a:xfrm>
            <a:off x="7884004" y="1211740"/>
            <a:ext cx="1258378" cy="1868159"/>
          </a:xfrm>
          <a:prstGeom prst="rect">
            <a:avLst/>
          </a:prstGeom>
        </p:spPr>
      </p:pic>
      <p:pic>
        <p:nvPicPr>
          <p:cNvPr id="4" name="Picture 3" descr="A green and black sign&#10;&#10;AI-generated content may be incorrect.">
            <a:extLst>
              <a:ext uri="{FF2B5EF4-FFF2-40B4-BE49-F238E27FC236}">
                <a16:creationId xmlns:a16="http://schemas.microsoft.com/office/drawing/2014/main" id="{F5698D67-7A7E-4A54-D3C1-5D598B35D72F}"/>
              </a:ext>
            </a:extLst>
          </p:cNvPr>
          <p:cNvPicPr>
            <a:picLocks noChangeAspect="1"/>
          </p:cNvPicPr>
          <p:nvPr/>
        </p:nvPicPr>
        <p:blipFill>
          <a:blip r:embed="rId5"/>
          <a:stretch>
            <a:fillRect/>
          </a:stretch>
        </p:blipFill>
        <p:spPr>
          <a:xfrm>
            <a:off x="50222" y="68406"/>
            <a:ext cx="789277" cy="248949"/>
          </a:xfrm>
          <a:prstGeom prst="rect">
            <a:avLst/>
          </a:prstGeom>
        </p:spPr>
      </p:pic>
    </p:spTree>
    <p:extLst>
      <p:ext uri="{BB962C8B-B14F-4D97-AF65-F5344CB8AC3E}">
        <p14:creationId xmlns:p14="http://schemas.microsoft.com/office/powerpoint/2010/main" val="2672866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0E1C85B-8C13-23B0-639D-DD2C14367313}"/>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Finale Test Evaluation</a:t>
            </a:r>
          </a:p>
        </p:txBody>
      </p:sp>
      <p:cxnSp>
        <p:nvCxnSpPr>
          <p:cNvPr id="10" name="Straight Arrow Connector 9">
            <a:extLst>
              <a:ext uri="{FF2B5EF4-FFF2-40B4-BE49-F238E27FC236}">
                <a16:creationId xmlns:a16="http://schemas.microsoft.com/office/drawing/2014/main" id="{1A61B85D-60B2-35CA-06BD-279C16A2B1CA}"/>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4A5E867-7230-CCAA-7B09-A2FE01CD6668}"/>
              </a:ext>
            </a:extLst>
          </p:cNvPr>
          <p:cNvSpPr txBox="1"/>
          <p:nvPr/>
        </p:nvSpPr>
        <p:spPr>
          <a:xfrm>
            <a:off x="1016838" y="113761"/>
            <a:ext cx="2129915"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5: </a:t>
            </a:r>
            <a:r>
              <a:rPr lang="en-GB" sz="1000" b="1">
                <a:latin typeface="Merriweather"/>
                <a:cs typeface="Arial"/>
              </a:rPr>
              <a:t>Evaluate and compare</a:t>
            </a:r>
            <a:endParaRPr lang="en-GB" sz="1000" b="1">
              <a:cs typeface="Arial"/>
            </a:endParaRPr>
          </a:p>
        </p:txBody>
      </p:sp>
      <p:sp>
        <p:nvSpPr>
          <p:cNvPr id="14" name="TextBox 13">
            <a:extLst>
              <a:ext uri="{FF2B5EF4-FFF2-40B4-BE49-F238E27FC236}">
                <a16:creationId xmlns:a16="http://schemas.microsoft.com/office/drawing/2014/main" id="{48E68ECE-B1C1-098D-BAFA-4CB101FD4BA7}"/>
              </a:ext>
            </a:extLst>
          </p:cNvPr>
          <p:cNvSpPr txBox="1"/>
          <p:nvPr/>
        </p:nvSpPr>
        <p:spPr>
          <a:xfrm>
            <a:off x="840810" y="1286761"/>
            <a:ext cx="6157748" cy="32778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900" b="1" dirty="0"/>
              <a:t>Final Test Evaluation</a:t>
            </a:r>
            <a:endParaRPr lang="en-US" sz="900">
              <a:cs typeface="Arial"/>
            </a:endParaRPr>
          </a:p>
          <a:p>
            <a:r>
              <a:rPr lang="en-GB" sz="900" dirty="0">
                <a:ea typeface="+mn-lt"/>
                <a:cs typeface="+mn-lt"/>
              </a:rPr>
              <a:t>Final test evaluation is performed on the </a:t>
            </a:r>
            <a:r>
              <a:rPr lang="en-GB" sz="900" b="1" dirty="0">
                <a:ea typeface="+mn-lt"/>
                <a:cs typeface="+mn-lt"/>
              </a:rPr>
              <a:t>test dataset</a:t>
            </a:r>
            <a:r>
              <a:rPr lang="en-GB" sz="900" dirty="0">
                <a:ea typeface="+mn-lt"/>
                <a:cs typeface="+mn-lt"/>
              </a:rPr>
              <a:t>, which the model has never seen before.</a:t>
            </a:r>
            <a:br>
              <a:rPr lang="en-GB" sz="900" dirty="0">
                <a:ea typeface="+mn-lt"/>
                <a:cs typeface="+mn-lt"/>
              </a:rPr>
            </a:br>
            <a:r>
              <a:rPr lang="en-GB" sz="900" dirty="0">
                <a:ea typeface="+mn-lt"/>
                <a:cs typeface="+mn-lt"/>
              </a:rPr>
              <a:t> It measures the </a:t>
            </a:r>
            <a:r>
              <a:rPr lang="en-GB" sz="900" b="1" dirty="0">
                <a:ea typeface="+mn-lt"/>
                <a:cs typeface="+mn-lt"/>
              </a:rPr>
              <a:t>true performance</a:t>
            </a:r>
            <a:r>
              <a:rPr lang="en-GB" sz="900" dirty="0">
                <a:ea typeface="+mn-lt"/>
                <a:cs typeface="+mn-lt"/>
              </a:rPr>
              <a:t> of the best tuned model on unseen data.</a:t>
            </a:r>
            <a:endParaRPr lang="en-GB" sz="900">
              <a:cs typeface="Arial"/>
            </a:endParaRPr>
          </a:p>
          <a:p>
            <a:r>
              <a:rPr lang="en-GB" sz="900" b="1" dirty="0"/>
              <a:t>Evaluation Metrics Used</a:t>
            </a:r>
            <a:endParaRPr lang="en-GB" sz="900">
              <a:cs typeface="Arial"/>
            </a:endParaRPr>
          </a:p>
          <a:p>
            <a:r>
              <a:rPr lang="en-GB" sz="900" b="1" dirty="0">
                <a:ea typeface="+mn-lt"/>
                <a:cs typeface="+mn-lt"/>
              </a:rPr>
              <a:t>1. Confusion Matrix with Classification Report</a:t>
            </a:r>
            <a:endParaRPr lang="en-GB" sz="900">
              <a:cs typeface="Arial"/>
            </a:endParaRPr>
          </a:p>
          <a:p>
            <a:pPr marL="285750" indent="-285750">
              <a:buFont typeface="Arial"/>
              <a:buChar char="•"/>
            </a:pPr>
            <a:r>
              <a:rPr lang="en-GB" sz="900" dirty="0">
                <a:ea typeface="+mn-lt"/>
                <a:cs typeface="+mn-lt"/>
              </a:rPr>
              <a:t>4×4 matrix for price ranges (0–3)</a:t>
            </a:r>
            <a:endParaRPr lang="en-GB" sz="900">
              <a:cs typeface="Arial"/>
            </a:endParaRPr>
          </a:p>
          <a:p>
            <a:pPr marL="285750" indent="-285750">
              <a:buFont typeface="Arial"/>
              <a:buChar char="•"/>
            </a:pPr>
            <a:r>
              <a:rPr lang="en-GB" sz="900" dirty="0">
                <a:ea typeface="+mn-lt"/>
                <a:cs typeface="+mn-lt"/>
              </a:rPr>
              <a:t>Rows: actual class</a:t>
            </a:r>
            <a:endParaRPr lang="en-GB" sz="900">
              <a:cs typeface="Arial"/>
            </a:endParaRPr>
          </a:p>
          <a:p>
            <a:pPr marL="285750" indent="-285750">
              <a:buFont typeface="Arial"/>
              <a:buChar char="•"/>
            </a:pPr>
            <a:r>
              <a:rPr lang="en-GB" sz="900" dirty="0">
                <a:ea typeface="+mn-lt"/>
                <a:cs typeface="+mn-lt"/>
              </a:rPr>
              <a:t>Columns: predicted class</a:t>
            </a:r>
            <a:endParaRPr lang="en-GB" sz="900">
              <a:cs typeface="Arial"/>
            </a:endParaRPr>
          </a:p>
          <a:p>
            <a:pPr marL="285750" indent="-285750">
              <a:buFont typeface="Arial"/>
              <a:buChar char="•"/>
            </a:pPr>
            <a:r>
              <a:rPr lang="en-GB" sz="900" dirty="0">
                <a:ea typeface="+mn-lt"/>
                <a:cs typeface="+mn-lt"/>
              </a:rPr>
              <a:t>Diagonal → correct predictions</a:t>
            </a:r>
            <a:endParaRPr lang="en-GB" sz="900">
              <a:cs typeface="Arial"/>
            </a:endParaRPr>
          </a:p>
          <a:p>
            <a:pPr marL="285750" indent="-285750">
              <a:buFont typeface="Arial"/>
              <a:buChar char="•"/>
            </a:pPr>
            <a:r>
              <a:rPr lang="en-GB" sz="900" dirty="0">
                <a:ea typeface="+mn-lt"/>
                <a:cs typeface="+mn-lt"/>
              </a:rPr>
              <a:t>Off-diagonal → misclassifications</a:t>
            </a:r>
            <a:endParaRPr lang="en-GB" sz="900">
              <a:cs typeface="Arial"/>
            </a:endParaRPr>
          </a:p>
          <a:p>
            <a:pPr marL="285750" indent="-285750">
              <a:buFont typeface="Arial"/>
              <a:buChar char="•"/>
            </a:pPr>
            <a:r>
              <a:rPr lang="en-GB" sz="900" dirty="0">
                <a:ea typeface="+mn-lt"/>
                <a:cs typeface="+mn-lt"/>
              </a:rPr>
              <a:t>Helps </a:t>
            </a:r>
            <a:r>
              <a:rPr lang="en-GB" sz="900" dirty="0" err="1">
                <a:ea typeface="+mn-lt"/>
                <a:cs typeface="+mn-lt"/>
              </a:rPr>
              <a:t>analyze</a:t>
            </a:r>
            <a:r>
              <a:rPr lang="en-GB" sz="900" dirty="0">
                <a:ea typeface="+mn-lt"/>
                <a:cs typeface="+mn-lt"/>
              </a:rPr>
              <a:t> class-wise errors</a:t>
            </a:r>
            <a:endParaRPr lang="en-GB" sz="900">
              <a:cs typeface="Arial"/>
            </a:endParaRPr>
          </a:p>
          <a:p>
            <a:r>
              <a:rPr lang="en-GB" sz="900" b="1" dirty="0">
                <a:ea typeface="+mn-lt"/>
                <a:cs typeface="+mn-lt"/>
              </a:rPr>
              <a:t>2. Visual Confusion Matrix</a:t>
            </a:r>
            <a:endParaRPr lang="en-GB" sz="900">
              <a:cs typeface="Arial"/>
            </a:endParaRPr>
          </a:p>
          <a:p>
            <a:pPr marL="285750" indent="-285750">
              <a:buFont typeface="Arial"/>
              <a:buChar char="•"/>
            </a:pPr>
            <a:r>
              <a:rPr lang="en-GB" sz="900" dirty="0">
                <a:ea typeface="+mn-lt"/>
                <a:cs typeface="+mn-lt"/>
              </a:rPr>
              <a:t>Graphical representation of predictions</a:t>
            </a:r>
            <a:endParaRPr lang="en-GB" sz="900">
              <a:cs typeface="Arial"/>
            </a:endParaRPr>
          </a:p>
          <a:p>
            <a:pPr marL="285750" indent="-285750">
              <a:buFont typeface="Arial"/>
              <a:buChar char="•"/>
            </a:pPr>
            <a:r>
              <a:rPr lang="en-GB" sz="900" dirty="0">
                <a:ea typeface="+mn-lt"/>
                <a:cs typeface="+mn-lt"/>
              </a:rPr>
              <a:t>Shows correct vs incorrect classifications</a:t>
            </a:r>
            <a:endParaRPr lang="en-GB" sz="900">
              <a:cs typeface="Arial"/>
            </a:endParaRPr>
          </a:p>
          <a:p>
            <a:pPr marL="285750" indent="-285750">
              <a:buFont typeface="Arial"/>
              <a:buChar char="•"/>
            </a:pPr>
            <a:r>
              <a:rPr lang="en-GB" sz="900" dirty="0">
                <a:ea typeface="+mn-lt"/>
                <a:cs typeface="+mn-lt"/>
              </a:rPr>
              <a:t>Helps understand error patterns visually</a:t>
            </a:r>
            <a:endParaRPr lang="en-GB" sz="900">
              <a:cs typeface="Arial"/>
            </a:endParaRPr>
          </a:p>
          <a:p>
            <a:r>
              <a:rPr lang="en-GB" sz="900" b="1" dirty="0">
                <a:ea typeface="+mn-lt"/>
                <a:cs typeface="+mn-lt"/>
              </a:rPr>
              <a:t>3. Classification Report</a:t>
            </a:r>
            <a:endParaRPr lang="en-GB" sz="900">
              <a:cs typeface="Arial"/>
            </a:endParaRPr>
          </a:p>
          <a:p>
            <a:pPr marL="285750" indent="-285750">
              <a:buFont typeface="Arial"/>
              <a:buChar char="•"/>
            </a:pPr>
            <a:r>
              <a:rPr lang="en-GB" sz="900" b="1" dirty="0">
                <a:ea typeface="+mn-lt"/>
                <a:cs typeface="+mn-lt"/>
              </a:rPr>
              <a:t>Precision</a:t>
            </a:r>
            <a:r>
              <a:rPr lang="en-GB" sz="900" dirty="0">
                <a:ea typeface="+mn-lt"/>
                <a:cs typeface="+mn-lt"/>
              </a:rPr>
              <a:t> – prediction correctness</a:t>
            </a:r>
            <a:endParaRPr lang="en-GB" sz="900">
              <a:cs typeface="Arial"/>
            </a:endParaRPr>
          </a:p>
          <a:p>
            <a:pPr marL="285750" indent="-285750">
              <a:buFont typeface="Arial"/>
              <a:buChar char="•"/>
            </a:pPr>
            <a:r>
              <a:rPr lang="en-GB" sz="900" b="1" dirty="0">
                <a:ea typeface="+mn-lt"/>
                <a:cs typeface="+mn-lt"/>
              </a:rPr>
              <a:t>Recall</a:t>
            </a:r>
            <a:r>
              <a:rPr lang="en-GB" sz="900" dirty="0">
                <a:ea typeface="+mn-lt"/>
                <a:cs typeface="+mn-lt"/>
              </a:rPr>
              <a:t> – ability to find all samples</a:t>
            </a:r>
            <a:endParaRPr lang="en-GB" sz="900">
              <a:cs typeface="Arial"/>
            </a:endParaRPr>
          </a:p>
          <a:p>
            <a:pPr marL="285750" indent="-285750">
              <a:buFont typeface="Arial"/>
              <a:buChar char="•"/>
            </a:pPr>
            <a:r>
              <a:rPr lang="en-GB" sz="900" b="1" dirty="0">
                <a:ea typeface="+mn-lt"/>
                <a:cs typeface="+mn-lt"/>
              </a:rPr>
              <a:t>F1-score</a:t>
            </a:r>
            <a:r>
              <a:rPr lang="en-GB" sz="900" dirty="0">
                <a:ea typeface="+mn-lt"/>
                <a:cs typeface="+mn-lt"/>
              </a:rPr>
              <a:t> – balance of precision &amp; recall</a:t>
            </a:r>
            <a:endParaRPr lang="en-GB" sz="900">
              <a:cs typeface="Arial"/>
            </a:endParaRPr>
          </a:p>
          <a:p>
            <a:pPr marL="285750" indent="-285750">
              <a:buFont typeface="Arial"/>
              <a:buChar char="•"/>
            </a:pPr>
            <a:r>
              <a:rPr lang="en-GB" sz="900" dirty="0">
                <a:ea typeface="+mn-lt"/>
                <a:cs typeface="+mn-lt"/>
              </a:rPr>
              <a:t>Macro &amp; weighted averages included</a:t>
            </a:r>
            <a:endParaRPr lang="en-GB" sz="900">
              <a:cs typeface="Arial"/>
            </a:endParaRPr>
          </a:p>
          <a:p>
            <a:r>
              <a:rPr lang="en-GB" sz="900" b="1" dirty="0">
                <a:ea typeface="+mn-lt"/>
                <a:cs typeface="+mn-lt"/>
              </a:rPr>
              <a:t>4. Test Accuracy</a:t>
            </a:r>
            <a:endParaRPr lang="en-GB" sz="900">
              <a:cs typeface="Arial"/>
            </a:endParaRPr>
          </a:p>
          <a:p>
            <a:pPr marL="285750" indent="-285750">
              <a:buFont typeface="Arial"/>
              <a:buChar char="•"/>
            </a:pPr>
            <a:r>
              <a:rPr lang="en-GB" sz="900" dirty="0">
                <a:ea typeface="+mn-lt"/>
                <a:cs typeface="+mn-lt"/>
              </a:rPr>
              <a:t>Measures overall correctness on unseen data</a:t>
            </a:r>
            <a:endParaRPr lang="en-GB" sz="900">
              <a:cs typeface="Arial"/>
            </a:endParaRPr>
          </a:p>
          <a:p>
            <a:pPr marL="285750" indent="-285750">
              <a:buFont typeface="Arial"/>
              <a:buChar char="•"/>
            </a:pPr>
            <a:r>
              <a:rPr lang="en-GB" sz="900" dirty="0">
                <a:ea typeface="+mn-lt"/>
                <a:cs typeface="+mn-lt"/>
              </a:rPr>
              <a:t>Indicates model generalization</a:t>
            </a:r>
            <a:endParaRPr lang="en-GB" sz="900">
              <a:cs typeface="Arial"/>
            </a:endParaRPr>
          </a:p>
        </p:txBody>
      </p:sp>
      <p:pic>
        <p:nvPicPr>
          <p:cNvPr id="3" name="Picture 2" descr="A green and black sign&#10;&#10;AI-generated content may be incorrect.">
            <a:extLst>
              <a:ext uri="{FF2B5EF4-FFF2-40B4-BE49-F238E27FC236}">
                <a16:creationId xmlns:a16="http://schemas.microsoft.com/office/drawing/2014/main" id="{CDAAC65D-7FFB-512D-AB34-B8C0287FB5D8}"/>
              </a:ext>
            </a:extLst>
          </p:cNvPr>
          <p:cNvPicPr>
            <a:picLocks noChangeAspect="1"/>
          </p:cNvPicPr>
          <p:nvPr/>
        </p:nvPicPr>
        <p:blipFill>
          <a:blip r:embed="rId2"/>
          <a:stretch>
            <a:fillRect/>
          </a:stretch>
        </p:blipFill>
        <p:spPr>
          <a:xfrm>
            <a:off x="50222" y="68406"/>
            <a:ext cx="789277" cy="248949"/>
          </a:xfrm>
          <a:prstGeom prst="rect">
            <a:avLst/>
          </a:prstGeom>
        </p:spPr>
      </p:pic>
    </p:spTree>
    <p:extLst>
      <p:ext uri="{BB962C8B-B14F-4D97-AF65-F5344CB8AC3E}">
        <p14:creationId xmlns:p14="http://schemas.microsoft.com/office/powerpoint/2010/main" val="2631907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6C719-0A81-DE79-19B3-9AA065EEC35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F2E2DBE7-D045-0742-E425-5C153C430B4C}"/>
              </a:ext>
            </a:extLst>
          </p:cNvPr>
          <p:cNvSpPr txBox="1"/>
          <p:nvPr/>
        </p:nvSpPr>
        <p:spPr>
          <a:xfrm>
            <a:off x="175764" y="527020"/>
            <a:ext cx="876228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Confusion Matrix with Classification report </a:t>
            </a:r>
          </a:p>
        </p:txBody>
      </p:sp>
      <p:cxnSp>
        <p:nvCxnSpPr>
          <p:cNvPr id="10" name="Straight Arrow Connector 9">
            <a:extLst>
              <a:ext uri="{FF2B5EF4-FFF2-40B4-BE49-F238E27FC236}">
                <a16:creationId xmlns:a16="http://schemas.microsoft.com/office/drawing/2014/main" id="{2D2590A5-6FD5-11DF-8EC6-68C429C5DCF7}"/>
              </a:ext>
            </a:extLst>
          </p:cNvPr>
          <p:cNvCxnSpPr/>
          <p:nvPr/>
        </p:nvCxnSpPr>
        <p:spPr>
          <a:xfrm>
            <a:off x="335082" y="1103102"/>
            <a:ext cx="8459278" cy="350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AF8B178-3AAF-94A5-53DA-321817176D6A}"/>
              </a:ext>
            </a:extLst>
          </p:cNvPr>
          <p:cNvSpPr txBox="1"/>
          <p:nvPr/>
        </p:nvSpPr>
        <p:spPr>
          <a:xfrm>
            <a:off x="1016838" y="113761"/>
            <a:ext cx="2129915"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5: </a:t>
            </a:r>
            <a:r>
              <a:rPr lang="en-GB" sz="1000" b="1">
                <a:latin typeface="Merriweather"/>
                <a:cs typeface="Arial"/>
              </a:rPr>
              <a:t>Evaluate and compare</a:t>
            </a:r>
            <a:endParaRPr lang="en-GB" sz="1000" b="1">
              <a:cs typeface="Arial"/>
            </a:endParaRPr>
          </a:p>
        </p:txBody>
      </p:sp>
      <p:sp>
        <p:nvSpPr>
          <p:cNvPr id="14" name="TextBox 13">
            <a:extLst>
              <a:ext uri="{FF2B5EF4-FFF2-40B4-BE49-F238E27FC236}">
                <a16:creationId xmlns:a16="http://schemas.microsoft.com/office/drawing/2014/main" id="{1857A55A-3045-1ACC-BF55-EB252A978B6C}"/>
              </a:ext>
            </a:extLst>
          </p:cNvPr>
          <p:cNvSpPr txBox="1"/>
          <p:nvPr/>
        </p:nvSpPr>
        <p:spPr>
          <a:xfrm>
            <a:off x="398132" y="1282059"/>
            <a:ext cx="4917475" cy="26161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latin typeface="Cambria"/>
                <a:ea typeface="Cambria"/>
                <a:cs typeface="Arial"/>
              </a:rPr>
              <a:t>Confusion matrices and classification reports were used to evaluate all five tuned models. The confusion matrix shows correct and incorrect predictions for each price range class (0–3), helping identify misclassification patterns. The classification report provides precision, recall, F1-score, and overall averages, allowing a fair comparison of model performance beyond accuracy.</a:t>
            </a:r>
            <a:endParaRPr lang="en-US"/>
          </a:p>
          <a:p>
            <a:br>
              <a:rPr lang="en-US"/>
            </a:br>
            <a:endParaRPr lang="en-US"/>
          </a:p>
        </p:txBody>
      </p:sp>
      <p:pic>
        <p:nvPicPr>
          <p:cNvPr id="2" name="Picture 1" descr="A screenshot of a graph&#10;&#10;AI-generated content may be incorrect.">
            <a:extLst>
              <a:ext uri="{FF2B5EF4-FFF2-40B4-BE49-F238E27FC236}">
                <a16:creationId xmlns:a16="http://schemas.microsoft.com/office/drawing/2014/main" id="{5BF33A8D-BB9C-A3CE-359B-A8A77537473B}"/>
              </a:ext>
            </a:extLst>
          </p:cNvPr>
          <p:cNvPicPr>
            <a:picLocks noChangeAspect="1"/>
          </p:cNvPicPr>
          <p:nvPr/>
        </p:nvPicPr>
        <p:blipFill>
          <a:blip r:embed="rId2"/>
          <a:stretch>
            <a:fillRect/>
          </a:stretch>
        </p:blipFill>
        <p:spPr>
          <a:xfrm>
            <a:off x="5213638" y="1178070"/>
            <a:ext cx="3379644" cy="2436669"/>
          </a:xfrm>
          <a:prstGeom prst="rect">
            <a:avLst/>
          </a:prstGeom>
        </p:spPr>
      </p:pic>
      <p:pic>
        <p:nvPicPr>
          <p:cNvPr id="4" name="Picture 3" descr="A green and black sign&#10;&#10;AI-generated content may be incorrect.">
            <a:extLst>
              <a:ext uri="{FF2B5EF4-FFF2-40B4-BE49-F238E27FC236}">
                <a16:creationId xmlns:a16="http://schemas.microsoft.com/office/drawing/2014/main" id="{D4F68A06-3AC1-8736-285B-B137C53AF23E}"/>
              </a:ext>
            </a:extLst>
          </p:cNvPr>
          <p:cNvPicPr>
            <a:picLocks noChangeAspect="1"/>
          </p:cNvPicPr>
          <p:nvPr/>
        </p:nvPicPr>
        <p:blipFill>
          <a:blip r:embed="rId3"/>
          <a:stretch>
            <a:fillRect/>
          </a:stretch>
        </p:blipFill>
        <p:spPr>
          <a:xfrm>
            <a:off x="50222" y="68406"/>
            <a:ext cx="789277" cy="248949"/>
          </a:xfrm>
          <a:prstGeom prst="rect">
            <a:avLst/>
          </a:prstGeom>
        </p:spPr>
      </p:pic>
    </p:spTree>
    <p:extLst>
      <p:ext uri="{BB962C8B-B14F-4D97-AF65-F5344CB8AC3E}">
        <p14:creationId xmlns:p14="http://schemas.microsoft.com/office/powerpoint/2010/main" val="1078681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AB0E7CD-2692-4BA2-9B1A-5AF92A5ABEC5}"/>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Classification Report </a:t>
            </a:r>
          </a:p>
        </p:txBody>
      </p:sp>
      <p:cxnSp>
        <p:nvCxnSpPr>
          <p:cNvPr id="8" name="Straight Arrow Connector 7">
            <a:extLst>
              <a:ext uri="{FF2B5EF4-FFF2-40B4-BE49-F238E27FC236}">
                <a16:creationId xmlns:a16="http://schemas.microsoft.com/office/drawing/2014/main" id="{3F0BB702-0E5E-F5A6-FAAD-3A4782A0FCED}"/>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DF612E3-A738-6C30-E219-C7DC201EC84A}"/>
              </a:ext>
            </a:extLst>
          </p:cNvPr>
          <p:cNvSpPr txBox="1"/>
          <p:nvPr/>
        </p:nvSpPr>
        <p:spPr>
          <a:xfrm>
            <a:off x="1016838" y="113761"/>
            <a:ext cx="2129915"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5: </a:t>
            </a:r>
            <a:r>
              <a:rPr lang="en-GB" sz="1000" b="1">
                <a:latin typeface="Merriweather"/>
                <a:cs typeface="Arial"/>
              </a:rPr>
              <a:t>Evaluate and compare</a:t>
            </a:r>
            <a:endParaRPr lang="en-GB" sz="1000" b="1">
              <a:cs typeface="Arial"/>
            </a:endParaRPr>
          </a:p>
        </p:txBody>
      </p:sp>
      <p:pic>
        <p:nvPicPr>
          <p:cNvPr id="30" name="Picture 29" descr="A screenshot of a computer&#10;&#10;AI-generated content may be incorrect.">
            <a:extLst>
              <a:ext uri="{FF2B5EF4-FFF2-40B4-BE49-F238E27FC236}">
                <a16:creationId xmlns:a16="http://schemas.microsoft.com/office/drawing/2014/main" id="{FC2A9A96-043B-C9CA-3498-617F16A1097F}"/>
              </a:ext>
            </a:extLst>
          </p:cNvPr>
          <p:cNvPicPr>
            <a:picLocks noChangeAspect="1"/>
          </p:cNvPicPr>
          <p:nvPr/>
        </p:nvPicPr>
        <p:blipFill>
          <a:blip r:embed="rId2"/>
          <a:stretch>
            <a:fillRect/>
          </a:stretch>
        </p:blipFill>
        <p:spPr>
          <a:xfrm>
            <a:off x="5176404" y="1293667"/>
            <a:ext cx="3681413" cy="2666568"/>
          </a:xfrm>
          <a:prstGeom prst="rect">
            <a:avLst/>
          </a:prstGeom>
        </p:spPr>
      </p:pic>
      <p:sp>
        <p:nvSpPr>
          <p:cNvPr id="31" name="TextBox 30">
            <a:extLst>
              <a:ext uri="{FF2B5EF4-FFF2-40B4-BE49-F238E27FC236}">
                <a16:creationId xmlns:a16="http://schemas.microsoft.com/office/drawing/2014/main" id="{635445D3-3941-011A-AE86-82B73FA174A1}"/>
              </a:ext>
            </a:extLst>
          </p:cNvPr>
          <p:cNvSpPr txBox="1"/>
          <p:nvPr/>
        </p:nvSpPr>
        <p:spPr>
          <a:xfrm>
            <a:off x="1018308" y="1242363"/>
            <a:ext cx="3293269"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ea typeface="+mn-lt"/>
                <a:cs typeface="+mn-lt"/>
              </a:rPr>
              <a:t>A classification report is a summary table that shows how well a classification model performs for each class using metrics like </a:t>
            </a:r>
            <a:r>
              <a:rPr lang="en-GB" sz="1200" b="1">
                <a:ea typeface="+mn-lt"/>
                <a:cs typeface="+mn-lt"/>
              </a:rPr>
              <a:t>precision, recall, F1-score, and support</a:t>
            </a:r>
            <a:r>
              <a:rPr lang="en-GB" sz="1200">
                <a:ea typeface="+mn-lt"/>
                <a:cs typeface="+mn-lt"/>
              </a:rPr>
              <a:t>.</a:t>
            </a:r>
          </a:p>
          <a:p>
            <a:endParaRPr lang="en-GB" sz="1200"/>
          </a:p>
          <a:p>
            <a:r>
              <a:rPr lang="en-GB" sz="1200" b="1"/>
              <a:t>What it tells us:</a:t>
            </a:r>
            <a:endParaRPr lang="en-GB" sz="1200" b="1">
              <a:cs typeface="Arial"/>
            </a:endParaRPr>
          </a:p>
          <a:p>
            <a:pPr marL="285750" indent="-285750">
              <a:buFont typeface="Arial"/>
              <a:buChar char="•"/>
            </a:pPr>
            <a:r>
              <a:rPr lang="en-GB" sz="1200" b="1">
                <a:ea typeface="+mn-lt"/>
                <a:cs typeface="+mn-lt"/>
              </a:rPr>
              <a:t>Precision</a:t>
            </a:r>
            <a:r>
              <a:rPr lang="en-GB" sz="1200">
                <a:ea typeface="+mn-lt"/>
                <a:cs typeface="+mn-lt"/>
              </a:rPr>
              <a:t> → Out of predicted class, how many were correct</a:t>
            </a:r>
            <a:endParaRPr lang="en-GB" sz="1200">
              <a:cs typeface="Arial"/>
            </a:endParaRPr>
          </a:p>
          <a:p>
            <a:pPr marL="285750" indent="-285750">
              <a:buFont typeface="Arial"/>
              <a:buChar char="•"/>
            </a:pPr>
            <a:r>
              <a:rPr lang="en-GB" sz="1200" b="1">
                <a:ea typeface="+mn-lt"/>
                <a:cs typeface="+mn-lt"/>
              </a:rPr>
              <a:t>Recall</a:t>
            </a:r>
            <a:r>
              <a:rPr lang="en-GB" sz="1200">
                <a:ea typeface="+mn-lt"/>
                <a:cs typeface="+mn-lt"/>
              </a:rPr>
              <a:t> → Out of actual class, how many were correctly found</a:t>
            </a:r>
            <a:endParaRPr lang="en-GB" sz="1200">
              <a:cs typeface="Arial"/>
            </a:endParaRPr>
          </a:p>
          <a:p>
            <a:pPr marL="285750" indent="-285750">
              <a:buFont typeface="Arial"/>
              <a:buChar char="•"/>
            </a:pPr>
            <a:r>
              <a:rPr lang="en-GB" sz="1200" b="1">
                <a:ea typeface="+mn-lt"/>
                <a:cs typeface="+mn-lt"/>
              </a:rPr>
              <a:t>F1-score</a:t>
            </a:r>
            <a:r>
              <a:rPr lang="en-GB" sz="1200">
                <a:ea typeface="+mn-lt"/>
                <a:cs typeface="+mn-lt"/>
              </a:rPr>
              <a:t> → Balance between precision and recall</a:t>
            </a:r>
            <a:endParaRPr lang="en-GB" sz="1200">
              <a:cs typeface="Arial"/>
            </a:endParaRPr>
          </a:p>
          <a:p>
            <a:pPr marL="285750" indent="-285750">
              <a:buFont typeface="Arial"/>
              <a:buChar char="•"/>
            </a:pPr>
            <a:r>
              <a:rPr lang="en-GB" sz="1200" b="1">
                <a:ea typeface="+mn-lt"/>
                <a:cs typeface="+mn-lt"/>
              </a:rPr>
              <a:t>Support</a:t>
            </a:r>
            <a:r>
              <a:rPr lang="en-GB" sz="1200">
                <a:ea typeface="+mn-lt"/>
                <a:cs typeface="+mn-lt"/>
              </a:rPr>
              <a:t> → Number of actual samples in each class</a:t>
            </a:r>
            <a:endParaRPr lang="en-GB" sz="1200">
              <a:cs typeface="Arial"/>
            </a:endParaRPr>
          </a:p>
          <a:p>
            <a:endParaRPr lang="en-GB" sz="1200">
              <a:cs typeface="Arial"/>
            </a:endParaRPr>
          </a:p>
        </p:txBody>
      </p:sp>
      <p:pic>
        <p:nvPicPr>
          <p:cNvPr id="3" name="Picture 2" descr="A green and black sign&#10;&#10;AI-generated content may be incorrect.">
            <a:extLst>
              <a:ext uri="{FF2B5EF4-FFF2-40B4-BE49-F238E27FC236}">
                <a16:creationId xmlns:a16="http://schemas.microsoft.com/office/drawing/2014/main" id="{206CB127-DD5F-3E6D-8732-7E7352E00F08}"/>
              </a:ext>
            </a:extLst>
          </p:cNvPr>
          <p:cNvPicPr>
            <a:picLocks noChangeAspect="1"/>
          </p:cNvPicPr>
          <p:nvPr/>
        </p:nvPicPr>
        <p:blipFill>
          <a:blip r:embed="rId3"/>
          <a:stretch>
            <a:fillRect/>
          </a:stretch>
        </p:blipFill>
        <p:spPr>
          <a:xfrm>
            <a:off x="50222" y="68406"/>
            <a:ext cx="789277" cy="248949"/>
          </a:xfrm>
          <a:prstGeom prst="rect">
            <a:avLst/>
          </a:prstGeom>
        </p:spPr>
      </p:pic>
    </p:spTree>
    <p:extLst>
      <p:ext uri="{BB962C8B-B14F-4D97-AF65-F5344CB8AC3E}">
        <p14:creationId xmlns:p14="http://schemas.microsoft.com/office/powerpoint/2010/main" val="2445070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CE1599C-7C53-0CB3-0581-BC5BFE3BF460}"/>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Classification Report </a:t>
            </a:r>
          </a:p>
        </p:txBody>
      </p:sp>
      <p:cxnSp>
        <p:nvCxnSpPr>
          <p:cNvPr id="8" name="Straight Arrow Connector 7">
            <a:extLst>
              <a:ext uri="{FF2B5EF4-FFF2-40B4-BE49-F238E27FC236}">
                <a16:creationId xmlns:a16="http://schemas.microsoft.com/office/drawing/2014/main" id="{CD7EC311-8A1A-0730-C3BF-57EC207D769E}"/>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BD1D593-4843-8247-5A37-6A0BBD97CBC7}"/>
              </a:ext>
            </a:extLst>
          </p:cNvPr>
          <p:cNvSpPr txBox="1"/>
          <p:nvPr/>
        </p:nvSpPr>
        <p:spPr>
          <a:xfrm>
            <a:off x="1016838" y="113761"/>
            <a:ext cx="2129915"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5: </a:t>
            </a:r>
            <a:r>
              <a:rPr lang="en-GB" sz="1000" b="1">
                <a:latin typeface="Merriweather"/>
                <a:cs typeface="Arial"/>
              </a:rPr>
              <a:t>Evaluate and compare</a:t>
            </a:r>
            <a:endParaRPr lang="en-GB" sz="1000" b="1">
              <a:cs typeface="Arial"/>
            </a:endParaRPr>
          </a:p>
        </p:txBody>
      </p:sp>
      <p:pic>
        <p:nvPicPr>
          <p:cNvPr id="12" name="Picture 11" descr="A screenshot of a computer&#10;&#10;AI-generated content may be incorrect.">
            <a:extLst>
              <a:ext uri="{FF2B5EF4-FFF2-40B4-BE49-F238E27FC236}">
                <a16:creationId xmlns:a16="http://schemas.microsoft.com/office/drawing/2014/main" id="{7921F9C6-4C15-5A06-51C1-251B43464A8F}"/>
              </a:ext>
            </a:extLst>
          </p:cNvPr>
          <p:cNvPicPr>
            <a:picLocks noChangeAspect="1"/>
          </p:cNvPicPr>
          <p:nvPr/>
        </p:nvPicPr>
        <p:blipFill>
          <a:blip r:embed="rId2"/>
          <a:stretch>
            <a:fillRect/>
          </a:stretch>
        </p:blipFill>
        <p:spPr>
          <a:xfrm>
            <a:off x="5176404" y="1293667"/>
            <a:ext cx="3681413" cy="2666568"/>
          </a:xfrm>
          <a:prstGeom prst="rect">
            <a:avLst/>
          </a:prstGeom>
        </p:spPr>
      </p:pic>
      <p:sp>
        <p:nvSpPr>
          <p:cNvPr id="14" name="TextBox 13">
            <a:extLst>
              <a:ext uri="{FF2B5EF4-FFF2-40B4-BE49-F238E27FC236}">
                <a16:creationId xmlns:a16="http://schemas.microsoft.com/office/drawing/2014/main" id="{88239620-EA48-9294-5611-4E0A9623C24C}"/>
              </a:ext>
            </a:extLst>
          </p:cNvPr>
          <p:cNvSpPr txBox="1"/>
          <p:nvPr/>
        </p:nvSpPr>
        <p:spPr>
          <a:xfrm>
            <a:off x="355888" y="1294318"/>
            <a:ext cx="4683053"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a:t>1️⃣ </a:t>
            </a:r>
            <a:r>
              <a:rPr lang="en-GB" sz="1000" b="1"/>
              <a:t>True Positive (TP)</a:t>
            </a:r>
            <a:endParaRPr lang="en-US" sz="1000" b="1">
              <a:cs typeface="Arial"/>
            </a:endParaRPr>
          </a:p>
          <a:p>
            <a:r>
              <a:rPr lang="en-GB" sz="1000">
                <a:ea typeface="+mn-lt"/>
                <a:cs typeface="+mn-lt"/>
              </a:rPr>
              <a:t>👉 Model said YES and actual answer was YES</a:t>
            </a:r>
          </a:p>
          <a:p>
            <a:r>
              <a:rPr lang="en-GB" sz="1000">
                <a:cs typeface="Arial"/>
              </a:rPr>
              <a:t>2️⃣</a:t>
            </a:r>
            <a:r>
              <a:rPr lang="en-GB" sz="1000"/>
              <a:t> </a:t>
            </a:r>
            <a:r>
              <a:rPr lang="en-GB" sz="1000" b="1"/>
              <a:t>True Negative (TN)</a:t>
            </a:r>
            <a:r>
              <a:rPr lang="en-GB" sz="1000" b="1">
                <a:cs typeface="Arial"/>
              </a:rPr>
              <a:t> </a:t>
            </a:r>
          </a:p>
          <a:p>
            <a:r>
              <a:rPr lang="en-GB" sz="1000">
                <a:cs typeface="Arial"/>
              </a:rPr>
              <a:t>👉 Model said NO and actual answer was NO</a:t>
            </a:r>
          </a:p>
          <a:p>
            <a:r>
              <a:rPr lang="en-GB" sz="1000">
                <a:cs typeface="Arial"/>
              </a:rPr>
              <a:t>3️⃣</a:t>
            </a:r>
            <a:r>
              <a:rPr lang="en-GB" sz="1000"/>
              <a:t> </a:t>
            </a:r>
            <a:r>
              <a:rPr lang="en-GB" sz="1000" b="1"/>
              <a:t>False Positive (FP)</a:t>
            </a:r>
            <a:endParaRPr lang="en-GB" sz="1000" b="1">
              <a:ea typeface="+mn-lt"/>
              <a:cs typeface="+mn-lt"/>
            </a:endParaRPr>
          </a:p>
          <a:p>
            <a:r>
              <a:rPr lang="en-GB" sz="1000">
                <a:ea typeface="+mn-lt"/>
                <a:cs typeface="+mn-lt"/>
              </a:rPr>
              <a:t>👉 Model said YES but actual answer was NO</a:t>
            </a:r>
          </a:p>
          <a:p>
            <a:r>
              <a:rPr lang="en-GB" sz="1000">
                <a:ea typeface="+mn-lt"/>
                <a:cs typeface="+mn-lt"/>
              </a:rPr>
              <a:t>4️⃣</a:t>
            </a:r>
            <a:r>
              <a:rPr lang="en-GB" sz="1000"/>
              <a:t> </a:t>
            </a:r>
            <a:r>
              <a:rPr lang="en-GB" sz="1000" b="1"/>
              <a:t>False Negative (FN)</a:t>
            </a:r>
            <a:endParaRPr lang="en-GB" sz="1000" b="1">
              <a:ea typeface="+mn-lt"/>
              <a:cs typeface="+mn-lt"/>
            </a:endParaRPr>
          </a:p>
          <a:p>
            <a:r>
              <a:rPr lang="en-GB" sz="1000">
                <a:ea typeface="+mn-lt"/>
                <a:cs typeface="+mn-lt"/>
              </a:rPr>
              <a:t>👉 Model said NO but actual answer was YES</a:t>
            </a:r>
            <a:endParaRPr lang="en-GB" sz="1000">
              <a:cs typeface="Arial"/>
            </a:endParaRPr>
          </a:p>
          <a:p>
            <a:pPr lvl="1"/>
            <a:endParaRPr lang="en-GB" sz="1000" b="1">
              <a:cs typeface="Arial"/>
            </a:endParaRPr>
          </a:p>
          <a:p>
            <a:pPr marL="285750" indent="-285750">
              <a:buFont typeface="Arial"/>
              <a:buChar char="•"/>
            </a:pPr>
            <a:r>
              <a:rPr lang="en-GB" sz="1000" b="1">
                <a:ea typeface="+mn-lt"/>
                <a:cs typeface="+mn-lt"/>
              </a:rPr>
              <a:t>Accuracy</a:t>
            </a:r>
            <a:r>
              <a:rPr lang="en-GB" sz="1000">
                <a:ea typeface="+mn-lt"/>
                <a:cs typeface="+mn-lt"/>
              </a:rPr>
              <a:t> = (TP + TN) / Total samples= correct prediction/ total test data</a:t>
            </a:r>
            <a:endParaRPr lang="en-GB"/>
          </a:p>
          <a:p>
            <a:pPr marL="285750" indent="-285750">
              <a:buFont typeface="Arial"/>
              <a:buChar char="•"/>
            </a:pPr>
            <a:r>
              <a:rPr lang="en-GB" sz="1000" b="1">
                <a:ea typeface="+mn-lt"/>
                <a:cs typeface="+mn-lt"/>
              </a:rPr>
              <a:t>Precision</a:t>
            </a:r>
            <a:r>
              <a:rPr lang="en-GB" sz="1000">
                <a:ea typeface="+mn-lt"/>
                <a:cs typeface="+mn-lt"/>
              </a:rPr>
              <a:t> = TP / (TP + FP)= correct yes/total yes</a:t>
            </a:r>
            <a:endParaRPr lang="en-GB"/>
          </a:p>
          <a:p>
            <a:pPr marL="285750" indent="-285750">
              <a:buFont typeface="Arial"/>
              <a:buChar char="•"/>
            </a:pPr>
            <a:r>
              <a:rPr lang="en-GB" sz="1000" b="1">
                <a:ea typeface="+mn-lt"/>
                <a:cs typeface="+mn-lt"/>
              </a:rPr>
              <a:t>Recall</a:t>
            </a:r>
            <a:r>
              <a:rPr lang="en-GB" sz="1000">
                <a:ea typeface="+mn-lt"/>
                <a:cs typeface="+mn-lt"/>
              </a:rPr>
              <a:t> = TP / (TP + FN)</a:t>
            </a:r>
            <a:endParaRPr lang="en-GB"/>
          </a:p>
          <a:p>
            <a:pPr marL="285750" indent="-285750">
              <a:buFont typeface="Arial"/>
              <a:buChar char="•"/>
            </a:pPr>
            <a:r>
              <a:rPr lang="en-GB" sz="1000" b="1">
                <a:ea typeface="+mn-lt"/>
                <a:cs typeface="+mn-lt"/>
              </a:rPr>
              <a:t>F1 Score</a:t>
            </a:r>
            <a:r>
              <a:rPr lang="en-GB" sz="1000">
                <a:ea typeface="+mn-lt"/>
                <a:cs typeface="+mn-lt"/>
              </a:rPr>
              <a:t> = 2 × (Precision × Recall) / (Precision + Recall)</a:t>
            </a:r>
            <a:endParaRPr lang="en-GB"/>
          </a:p>
          <a:p>
            <a:pPr marL="285750" indent="-285750">
              <a:buFont typeface="Arial"/>
              <a:buChar char="•"/>
            </a:pPr>
            <a:r>
              <a:rPr lang="en-GB" sz="1000" b="1">
                <a:ea typeface="+mn-lt"/>
                <a:cs typeface="+mn-lt"/>
              </a:rPr>
              <a:t>Support</a:t>
            </a:r>
            <a:r>
              <a:rPr lang="en-GB" sz="1000">
                <a:ea typeface="+mn-lt"/>
                <a:cs typeface="+mn-lt"/>
              </a:rPr>
              <a:t> = Number of samples per class</a:t>
            </a:r>
            <a:endParaRPr lang="en-GB"/>
          </a:p>
          <a:p>
            <a:endParaRPr lang="en-GB" sz="1000">
              <a:cs typeface="Arial"/>
            </a:endParaRPr>
          </a:p>
        </p:txBody>
      </p:sp>
      <p:pic>
        <p:nvPicPr>
          <p:cNvPr id="3" name="Picture 2" descr="A green and black sign&#10;&#10;AI-generated content may be incorrect.">
            <a:extLst>
              <a:ext uri="{FF2B5EF4-FFF2-40B4-BE49-F238E27FC236}">
                <a16:creationId xmlns:a16="http://schemas.microsoft.com/office/drawing/2014/main" id="{58624316-76DB-F8A5-828E-22022DDAF7CD}"/>
              </a:ext>
            </a:extLst>
          </p:cNvPr>
          <p:cNvPicPr>
            <a:picLocks noChangeAspect="1"/>
          </p:cNvPicPr>
          <p:nvPr/>
        </p:nvPicPr>
        <p:blipFill>
          <a:blip r:embed="rId3"/>
          <a:stretch>
            <a:fillRect/>
          </a:stretch>
        </p:blipFill>
        <p:spPr>
          <a:xfrm>
            <a:off x="50222" y="68406"/>
            <a:ext cx="789277" cy="248949"/>
          </a:xfrm>
          <a:prstGeom prst="rect">
            <a:avLst/>
          </a:prstGeom>
        </p:spPr>
      </p:pic>
    </p:spTree>
    <p:extLst>
      <p:ext uri="{BB962C8B-B14F-4D97-AF65-F5344CB8AC3E}">
        <p14:creationId xmlns:p14="http://schemas.microsoft.com/office/powerpoint/2010/main" val="1218905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9B177-8A3E-A2A9-BF65-5E0350E7202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8A1535B-C799-D5EE-E14B-44A7AE15BCE2}"/>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Test Accuracy</a:t>
            </a:r>
          </a:p>
        </p:txBody>
      </p:sp>
      <p:cxnSp>
        <p:nvCxnSpPr>
          <p:cNvPr id="8" name="Straight Arrow Connector 7">
            <a:extLst>
              <a:ext uri="{FF2B5EF4-FFF2-40B4-BE49-F238E27FC236}">
                <a16:creationId xmlns:a16="http://schemas.microsoft.com/office/drawing/2014/main" id="{27786381-932F-0D5D-9967-29BBC499AB44}"/>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F864C73-30A1-C19B-4B5B-6B900C5668DA}"/>
              </a:ext>
            </a:extLst>
          </p:cNvPr>
          <p:cNvSpPr txBox="1"/>
          <p:nvPr/>
        </p:nvSpPr>
        <p:spPr>
          <a:xfrm>
            <a:off x="1016838" y="113761"/>
            <a:ext cx="2129915"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5: </a:t>
            </a:r>
            <a:r>
              <a:rPr lang="en-GB" sz="1000" b="1">
                <a:latin typeface="Merriweather"/>
                <a:cs typeface="Arial"/>
              </a:rPr>
              <a:t>Evaluate and compare</a:t>
            </a:r>
            <a:endParaRPr lang="en-GB" sz="1000" b="1">
              <a:cs typeface="Arial"/>
            </a:endParaRPr>
          </a:p>
        </p:txBody>
      </p:sp>
      <p:sp>
        <p:nvSpPr>
          <p:cNvPr id="14" name="TextBox 13">
            <a:extLst>
              <a:ext uri="{FF2B5EF4-FFF2-40B4-BE49-F238E27FC236}">
                <a16:creationId xmlns:a16="http://schemas.microsoft.com/office/drawing/2014/main" id="{AEDC017E-1717-6BF7-CD6A-AD92F2DE788F}"/>
              </a:ext>
            </a:extLst>
          </p:cNvPr>
          <p:cNvSpPr txBox="1"/>
          <p:nvPr/>
        </p:nvSpPr>
        <p:spPr>
          <a:xfrm>
            <a:off x="1018308" y="1287824"/>
            <a:ext cx="4683053"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ea typeface="+mn-lt"/>
                <a:cs typeface="+mn-lt"/>
              </a:rPr>
              <a:t>Test accuracy</a:t>
            </a:r>
            <a:r>
              <a:rPr lang="en-GB" sz="1000">
                <a:ea typeface="+mn-lt"/>
                <a:cs typeface="+mn-lt"/>
              </a:rPr>
              <a:t> is the percentage of </a:t>
            </a:r>
            <a:r>
              <a:rPr lang="en-GB" sz="1000" b="1">
                <a:ea typeface="+mn-lt"/>
                <a:cs typeface="+mn-lt"/>
              </a:rPr>
              <a:t>correct predictions made by the model on the test dataset</a:t>
            </a:r>
            <a:r>
              <a:rPr lang="en-GB" sz="1000">
                <a:ea typeface="+mn-lt"/>
                <a:cs typeface="+mn-lt"/>
              </a:rPr>
              <a:t>, which contains data the model has </a:t>
            </a:r>
            <a:r>
              <a:rPr lang="en-GB" sz="1000" b="1">
                <a:ea typeface="+mn-lt"/>
                <a:cs typeface="+mn-lt"/>
              </a:rPr>
              <a:t>never seen during training</a:t>
            </a:r>
            <a:r>
              <a:rPr lang="en-GB" sz="1000">
                <a:ea typeface="+mn-lt"/>
                <a:cs typeface="+mn-lt"/>
              </a:rPr>
              <a:t>.</a:t>
            </a:r>
          </a:p>
          <a:p>
            <a:endParaRPr lang="en-GB" sz="1000">
              <a:cs typeface="Arial"/>
            </a:endParaRPr>
          </a:p>
          <a:p>
            <a:r>
              <a:rPr lang="en-GB" sz="1200" b="1"/>
              <a:t>Formula</a:t>
            </a:r>
            <a:endParaRPr lang="en-GB" sz="1200"/>
          </a:p>
          <a:p>
            <a:r>
              <a:rPr lang="en-GB" sz="1000">
                <a:ea typeface="+mn-lt"/>
                <a:cs typeface="+mn-lt"/>
              </a:rPr>
              <a:t>Test Accuracy= Correct Predictions/Total Test Sample</a:t>
            </a:r>
          </a:p>
          <a:p>
            <a:endParaRPr lang="en-GB" sz="1000">
              <a:cs typeface="Arial"/>
            </a:endParaRPr>
          </a:p>
          <a:p>
            <a:r>
              <a:rPr lang="en-GB" b="1"/>
              <a:t>Example</a:t>
            </a:r>
            <a:endParaRPr lang="en-GB"/>
          </a:p>
          <a:p>
            <a:pPr marL="285750" indent="-285750">
              <a:buFont typeface="Arial"/>
              <a:buChar char="•"/>
            </a:pPr>
            <a:r>
              <a:rPr lang="en-GB" sz="1000">
                <a:ea typeface="+mn-lt"/>
                <a:cs typeface="+mn-lt"/>
              </a:rPr>
              <a:t>Test samples = </a:t>
            </a:r>
            <a:r>
              <a:rPr lang="en-GB" sz="1000" b="1">
                <a:ea typeface="+mn-lt"/>
                <a:cs typeface="+mn-lt"/>
              </a:rPr>
              <a:t>400</a:t>
            </a:r>
            <a:endParaRPr lang="en-GB">
              <a:ea typeface="+mn-lt"/>
              <a:cs typeface="+mn-lt"/>
            </a:endParaRPr>
          </a:p>
          <a:p>
            <a:pPr marL="285750" indent="-285750">
              <a:buFont typeface="Arial"/>
              <a:buChar char="•"/>
            </a:pPr>
            <a:r>
              <a:rPr lang="en-GB" sz="1000">
                <a:ea typeface="+mn-lt"/>
                <a:cs typeface="+mn-lt"/>
              </a:rPr>
              <a:t>Correct predictions = </a:t>
            </a:r>
            <a:r>
              <a:rPr lang="en-GB" sz="1000" b="1">
                <a:ea typeface="+mn-lt"/>
                <a:cs typeface="+mn-lt"/>
              </a:rPr>
              <a:t>380</a:t>
            </a:r>
            <a:endParaRPr lang="en-GB">
              <a:ea typeface="+mn-lt"/>
              <a:cs typeface="+mn-lt"/>
            </a:endParaRPr>
          </a:p>
          <a:p>
            <a:r>
              <a:rPr lang="en-GB" sz="1000">
                <a:ea typeface="+mn-lt"/>
                <a:cs typeface="+mn-lt"/>
              </a:rPr>
              <a:t>        Test Accuracy = 380/400 = 95%</a:t>
            </a:r>
            <a:endParaRPr lang="en-GB">
              <a:ea typeface="+mn-lt"/>
              <a:cs typeface="+mn-lt"/>
            </a:endParaRPr>
          </a:p>
        </p:txBody>
      </p:sp>
      <p:pic>
        <p:nvPicPr>
          <p:cNvPr id="3" name="Picture 2" descr="A green and black sign&#10;&#10;AI-generated content may be incorrect.">
            <a:extLst>
              <a:ext uri="{FF2B5EF4-FFF2-40B4-BE49-F238E27FC236}">
                <a16:creationId xmlns:a16="http://schemas.microsoft.com/office/drawing/2014/main" id="{A07F568E-22B9-FB3D-F43C-1A0662F26C0E}"/>
              </a:ext>
            </a:extLst>
          </p:cNvPr>
          <p:cNvPicPr>
            <a:picLocks noChangeAspect="1"/>
          </p:cNvPicPr>
          <p:nvPr/>
        </p:nvPicPr>
        <p:blipFill>
          <a:blip r:embed="rId2"/>
          <a:stretch>
            <a:fillRect/>
          </a:stretch>
        </p:blipFill>
        <p:spPr>
          <a:xfrm>
            <a:off x="50222" y="68406"/>
            <a:ext cx="789277" cy="248949"/>
          </a:xfrm>
          <a:prstGeom prst="rect">
            <a:avLst/>
          </a:prstGeom>
        </p:spPr>
      </p:pic>
    </p:spTree>
    <p:extLst>
      <p:ext uri="{BB962C8B-B14F-4D97-AF65-F5344CB8AC3E}">
        <p14:creationId xmlns:p14="http://schemas.microsoft.com/office/powerpoint/2010/main" val="42306357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67A78-E061-1760-77AC-BC9B5BBCC83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BC34F84-AB27-3724-F1CE-274090B0E5F9}"/>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Feature Importance</a:t>
            </a:r>
          </a:p>
        </p:txBody>
      </p:sp>
      <p:cxnSp>
        <p:nvCxnSpPr>
          <p:cNvPr id="8" name="Straight Arrow Connector 7">
            <a:extLst>
              <a:ext uri="{FF2B5EF4-FFF2-40B4-BE49-F238E27FC236}">
                <a16:creationId xmlns:a16="http://schemas.microsoft.com/office/drawing/2014/main" id="{179559E7-3AAF-A7CF-5474-D8797EDB4A60}"/>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5C78EA6-A02D-0B6A-9437-10FD303DF8CA}"/>
              </a:ext>
            </a:extLst>
          </p:cNvPr>
          <p:cNvSpPr txBox="1"/>
          <p:nvPr/>
        </p:nvSpPr>
        <p:spPr>
          <a:xfrm>
            <a:off x="1016838" y="113761"/>
            <a:ext cx="2129915"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5: </a:t>
            </a:r>
            <a:r>
              <a:rPr lang="en-GB" sz="1000" b="1">
                <a:latin typeface="Merriweather"/>
                <a:cs typeface="Arial"/>
              </a:rPr>
              <a:t>Evaluate and compare</a:t>
            </a:r>
            <a:endParaRPr lang="en-GB" sz="1000" b="1">
              <a:cs typeface="Arial"/>
            </a:endParaRPr>
          </a:p>
        </p:txBody>
      </p:sp>
      <p:sp>
        <p:nvSpPr>
          <p:cNvPr id="14" name="TextBox 13">
            <a:extLst>
              <a:ext uri="{FF2B5EF4-FFF2-40B4-BE49-F238E27FC236}">
                <a16:creationId xmlns:a16="http://schemas.microsoft.com/office/drawing/2014/main" id="{BF198D63-4394-E423-B58C-B91E8D5FA87B}"/>
              </a:ext>
            </a:extLst>
          </p:cNvPr>
          <p:cNvSpPr txBox="1"/>
          <p:nvPr/>
        </p:nvSpPr>
        <p:spPr>
          <a:xfrm>
            <a:off x="1018308" y="1287824"/>
            <a:ext cx="4683053"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ea typeface="+mn-lt"/>
                <a:cs typeface="+mn-lt"/>
              </a:rPr>
              <a:t>Feature importance shows </a:t>
            </a:r>
            <a:r>
              <a:rPr lang="en-GB" sz="1200" b="1">
                <a:ea typeface="+mn-lt"/>
                <a:cs typeface="+mn-lt"/>
              </a:rPr>
              <a:t>how much each input feature contributes to the model’s predictions</a:t>
            </a:r>
            <a:r>
              <a:rPr lang="en-GB" sz="1200">
                <a:ea typeface="+mn-lt"/>
                <a:cs typeface="+mn-lt"/>
              </a:rPr>
              <a:t>.</a:t>
            </a:r>
            <a:br>
              <a:rPr lang="en-GB" sz="1200">
                <a:ea typeface="+mn-lt"/>
                <a:cs typeface="+mn-lt"/>
              </a:rPr>
            </a:br>
            <a:r>
              <a:rPr lang="en-GB" sz="1200">
                <a:ea typeface="+mn-lt"/>
                <a:cs typeface="+mn-lt"/>
              </a:rPr>
              <a:t> It helps identify which features have the </a:t>
            </a:r>
            <a:r>
              <a:rPr lang="en-GB" sz="1200" b="1">
                <a:ea typeface="+mn-lt"/>
                <a:cs typeface="+mn-lt"/>
              </a:rPr>
              <a:t>greatest influence</a:t>
            </a:r>
            <a:r>
              <a:rPr lang="en-GB" sz="1200">
                <a:ea typeface="+mn-lt"/>
                <a:cs typeface="+mn-lt"/>
              </a:rPr>
              <a:t> on the target variable and which features have </a:t>
            </a:r>
            <a:r>
              <a:rPr lang="en-GB" sz="1200" b="1">
                <a:ea typeface="+mn-lt"/>
                <a:cs typeface="+mn-lt"/>
              </a:rPr>
              <a:t>little or no impact</a:t>
            </a:r>
            <a:r>
              <a:rPr lang="en-GB" sz="1200">
                <a:ea typeface="+mn-lt"/>
                <a:cs typeface="+mn-lt"/>
              </a:rPr>
              <a:t>.</a:t>
            </a:r>
            <a:endParaRPr lang="en-GB" sz="1200">
              <a:cs typeface="Arial"/>
            </a:endParaRPr>
          </a:p>
          <a:p>
            <a:endParaRPr lang="en-GB" sz="1000">
              <a:ea typeface="+mn-lt"/>
              <a:cs typeface="+mn-lt"/>
            </a:endParaRPr>
          </a:p>
        </p:txBody>
      </p:sp>
      <p:pic>
        <p:nvPicPr>
          <p:cNvPr id="2" name="Picture 1" descr="A graph with text overlay&#10;&#10;AI-generated content may be incorrect.">
            <a:extLst>
              <a:ext uri="{FF2B5EF4-FFF2-40B4-BE49-F238E27FC236}">
                <a16:creationId xmlns:a16="http://schemas.microsoft.com/office/drawing/2014/main" id="{C3779617-A530-15DF-F56D-820138EF396B}"/>
              </a:ext>
            </a:extLst>
          </p:cNvPr>
          <p:cNvPicPr>
            <a:picLocks noChangeAspect="1"/>
          </p:cNvPicPr>
          <p:nvPr/>
        </p:nvPicPr>
        <p:blipFill>
          <a:blip r:embed="rId2"/>
          <a:stretch>
            <a:fillRect/>
          </a:stretch>
        </p:blipFill>
        <p:spPr>
          <a:xfrm>
            <a:off x="957263" y="2192048"/>
            <a:ext cx="4248583" cy="2759654"/>
          </a:xfrm>
          <a:prstGeom prst="rect">
            <a:avLst/>
          </a:prstGeom>
        </p:spPr>
      </p:pic>
      <p:pic>
        <p:nvPicPr>
          <p:cNvPr id="4" name="Picture 3" descr="A green and black sign&#10;&#10;AI-generated content may be incorrect.">
            <a:extLst>
              <a:ext uri="{FF2B5EF4-FFF2-40B4-BE49-F238E27FC236}">
                <a16:creationId xmlns:a16="http://schemas.microsoft.com/office/drawing/2014/main" id="{8CD77A06-ABFA-A377-A6B4-F06EC2B5F519}"/>
              </a:ext>
            </a:extLst>
          </p:cNvPr>
          <p:cNvPicPr>
            <a:picLocks noChangeAspect="1"/>
          </p:cNvPicPr>
          <p:nvPr/>
        </p:nvPicPr>
        <p:blipFill>
          <a:blip r:embed="rId3"/>
          <a:stretch>
            <a:fillRect/>
          </a:stretch>
        </p:blipFill>
        <p:spPr>
          <a:xfrm>
            <a:off x="50222" y="68406"/>
            <a:ext cx="789277" cy="248949"/>
          </a:xfrm>
          <a:prstGeom prst="rect">
            <a:avLst/>
          </a:prstGeom>
        </p:spPr>
      </p:pic>
    </p:spTree>
    <p:extLst>
      <p:ext uri="{BB962C8B-B14F-4D97-AF65-F5344CB8AC3E}">
        <p14:creationId xmlns:p14="http://schemas.microsoft.com/office/powerpoint/2010/main" val="4238207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4E4B36-A55F-4620-CAB7-F837F8692E1E}"/>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Scatter Plot</a:t>
            </a:r>
          </a:p>
        </p:txBody>
      </p:sp>
      <p:cxnSp>
        <p:nvCxnSpPr>
          <p:cNvPr id="8" name="Straight Arrow Connector 7">
            <a:extLst>
              <a:ext uri="{FF2B5EF4-FFF2-40B4-BE49-F238E27FC236}">
                <a16:creationId xmlns:a16="http://schemas.microsoft.com/office/drawing/2014/main" id="{E7405E3A-9140-183E-B3D9-EF622B868248}"/>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38C2FA3-C505-3CBD-5AAF-28DFD6E8A6DF}"/>
              </a:ext>
            </a:extLst>
          </p:cNvPr>
          <p:cNvSpPr txBox="1"/>
          <p:nvPr/>
        </p:nvSpPr>
        <p:spPr>
          <a:xfrm>
            <a:off x="1016838" y="113761"/>
            <a:ext cx="2129915"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5: </a:t>
            </a:r>
            <a:r>
              <a:rPr lang="en-GB" sz="1000" b="1">
                <a:latin typeface="Merriweather"/>
                <a:cs typeface="Arial"/>
              </a:rPr>
              <a:t>Evaluate and compare</a:t>
            </a:r>
            <a:endParaRPr lang="en-GB" sz="1000" b="1">
              <a:cs typeface="Arial"/>
            </a:endParaRPr>
          </a:p>
        </p:txBody>
      </p:sp>
      <p:sp>
        <p:nvSpPr>
          <p:cNvPr id="15" name="TextBox 14">
            <a:extLst>
              <a:ext uri="{FF2B5EF4-FFF2-40B4-BE49-F238E27FC236}">
                <a16:creationId xmlns:a16="http://schemas.microsoft.com/office/drawing/2014/main" id="{280D48E5-F5D7-9DFE-DBD8-33A88505FD3B}"/>
              </a:ext>
            </a:extLst>
          </p:cNvPr>
          <p:cNvSpPr txBox="1"/>
          <p:nvPr/>
        </p:nvSpPr>
        <p:spPr>
          <a:xfrm>
            <a:off x="543574" y="1294968"/>
            <a:ext cx="3078307"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dirty="0">
                <a:ea typeface="+mn-lt"/>
                <a:cs typeface="+mn-lt"/>
              </a:rPr>
              <a:t>A </a:t>
            </a:r>
            <a:r>
              <a:rPr lang="en-GB" sz="1200" b="1" dirty="0">
                <a:ea typeface="+mn-lt"/>
                <a:cs typeface="+mn-lt"/>
              </a:rPr>
              <a:t>scatter plot</a:t>
            </a:r>
            <a:r>
              <a:rPr lang="en-GB" sz="1200" dirty="0">
                <a:ea typeface="+mn-lt"/>
                <a:cs typeface="+mn-lt"/>
              </a:rPr>
              <a:t> is a visual graph used to show the </a:t>
            </a:r>
            <a:r>
              <a:rPr lang="en-GB" sz="1200" b="1" dirty="0">
                <a:ea typeface="+mn-lt"/>
                <a:cs typeface="+mn-lt"/>
              </a:rPr>
              <a:t>relationship between two numerical features</a:t>
            </a:r>
            <a:r>
              <a:rPr lang="en-GB" sz="1200" dirty="0">
                <a:ea typeface="+mn-lt"/>
                <a:cs typeface="+mn-lt"/>
              </a:rPr>
              <a:t> by plotting individual data points on a 2-D plane.</a:t>
            </a:r>
            <a:endParaRPr lang="en-US" sz="1200" dirty="0">
              <a:cs typeface="Arial"/>
            </a:endParaRPr>
          </a:p>
          <a:p>
            <a:r>
              <a:rPr lang="en-GB" sz="1200" b="1" dirty="0">
                <a:ea typeface="+mn-lt"/>
                <a:cs typeface="+mn-lt"/>
              </a:rPr>
              <a:t>In this project:</a:t>
            </a:r>
            <a:endParaRPr lang="en-GB" sz="1200" dirty="0">
              <a:cs typeface="Arial"/>
            </a:endParaRPr>
          </a:p>
          <a:p>
            <a:pPr marL="285750" indent="-285750">
              <a:buFont typeface="Arial"/>
              <a:buChar char="•"/>
            </a:pPr>
            <a:r>
              <a:rPr lang="en-GB" sz="1200" dirty="0">
                <a:ea typeface="+mn-lt"/>
                <a:cs typeface="+mn-lt"/>
              </a:rPr>
              <a:t>X-axis → RAM</a:t>
            </a:r>
            <a:endParaRPr lang="en-GB" sz="1200" dirty="0">
              <a:cs typeface="Arial"/>
            </a:endParaRPr>
          </a:p>
          <a:p>
            <a:pPr marL="285750" indent="-285750">
              <a:buFont typeface="Arial"/>
              <a:buChar char="•"/>
            </a:pPr>
            <a:r>
              <a:rPr lang="en-GB" sz="1200" dirty="0">
                <a:ea typeface="+mn-lt"/>
                <a:cs typeface="+mn-lt"/>
              </a:rPr>
              <a:t>Y-axis → Battery Power</a:t>
            </a:r>
            <a:endParaRPr lang="en-GB" sz="1200" dirty="0">
              <a:cs typeface="Arial"/>
            </a:endParaRPr>
          </a:p>
          <a:p>
            <a:pPr marL="285750" indent="-285750">
              <a:buFont typeface="Arial"/>
              <a:buChar char="•"/>
            </a:pPr>
            <a:r>
              <a:rPr lang="en-GB" sz="1200" dirty="0" err="1">
                <a:ea typeface="+mn-lt"/>
                <a:cs typeface="+mn-lt"/>
              </a:rPr>
              <a:t>Color</a:t>
            </a:r>
            <a:r>
              <a:rPr lang="en-GB" sz="1200" dirty="0">
                <a:ea typeface="+mn-lt"/>
                <a:cs typeface="+mn-lt"/>
              </a:rPr>
              <a:t> → Price Range</a:t>
            </a:r>
            <a:endParaRPr lang="en-GB" sz="1200" dirty="0">
              <a:cs typeface="Arial"/>
            </a:endParaRPr>
          </a:p>
          <a:p>
            <a:r>
              <a:rPr lang="en-GB" sz="1200" dirty="0">
                <a:ea typeface="+mn-lt"/>
                <a:cs typeface="+mn-lt"/>
              </a:rPr>
              <a:t>Scatter plots help in:</a:t>
            </a:r>
            <a:endParaRPr lang="en-GB" sz="1200" dirty="0">
              <a:cs typeface="Arial"/>
            </a:endParaRPr>
          </a:p>
          <a:p>
            <a:pPr marL="285750" indent="-285750">
              <a:buFont typeface="Arial"/>
              <a:buChar char="•"/>
            </a:pPr>
            <a:r>
              <a:rPr lang="en-GB" sz="1200" dirty="0">
                <a:ea typeface="+mn-lt"/>
                <a:cs typeface="+mn-lt"/>
              </a:rPr>
              <a:t>Understanding </a:t>
            </a:r>
            <a:r>
              <a:rPr lang="en-GB" sz="1200" b="1" dirty="0">
                <a:ea typeface="+mn-lt"/>
                <a:cs typeface="+mn-lt"/>
              </a:rPr>
              <a:t>patterns and trends</a:t>
            </a:r>
            <a:endParaRPr lang="en-GB" sz="1200" dirty="0">
              <a:cs typeface="Arial"/>
            </a:endParaRPr>
          </a:p>
          <a:p>
            <a:pPr marL="285750" indent="-285750">
              <a:buFont typeface="Arial"/>
              <a:buChar char="•"/>
            </a:pPr>
            <a:r>
              <a:rPr lang="en-GB" sz="1200" dirty="0">
                <a:ea typeface="+mn-lt"/>
                <a:cs typeface="+mn-lt"/>
              </a:rPr>
              <a:t>Identifying </a:t>
            </a:r>
            <a:r>
              <a:rPr lang="en-GB" sz="1200" b="1" dirty="0">
                <a:ea typeface="+mn-lt"/>
                <a:cs typeface="+mn-lt"/>
              </a:rPr>
              <a:t>overlap between classes</a:t>
            </a:r>
            <a:endParaRPr lang="en-GB" sz="1200" dirty="0">
              <a:cs typeface="Arial"/>
            </a:endParaRPr>
          </a:p>
          <a:p>
            <a:pPr marL="285750" indent="-285750">
              <a:buFont typeface="Arial"/>
              <a:buChar char="•"/>
            </a:pPr>
            <a:r>
              <a:rPr lang="en-GB" sz="1200" dirty="0">
                <a:ea typeface="+mn-lt"/>
                <a:cs typeface="+mn-lt"/>
              </a:rPr>
              <a:t>Visualizing </a:t>
            </a:r>
            <a:r>
              <a:rPr lang="en-GB" sz="1200" b="1" dirty="0">
                <a:ea typeface="+mn-lt"/>
                <a:cs typeface="+mn-lt"/>
              </a:rPr>
              <a:t>model decision boundaries</a:t>
            </a:r>
            <a:endParaRPr lang="en-GB" sz="1200" dirty="0">
              <a:cs typeface="Arial"/>
            </a:endParaRPr>
          </a:p>
          <a:p>
            <a:pPr algn="l"/>
            <a:endParaRPr lang="en-GB" sz="1200">
              <a:cs typeface="Arial"/>
            </a:endParaRPr>
          </a:p>
        </p:txBody>
      </p:sp>
      <p:pic>
        <p:nvPicPr>
          <p:cNvPr id="16" name="Picture 15" descr="A screen shot of a computer screen&#10;&#10;AI-generated content may be incorrect.">
            <a:extLst>
              <a:ext uri="{FF2B5EF4-FFF2-40B4-BE49-F238E27FC236}">
                <a16:creationId xmlns:a16="http://schemas.microsoft.com/office/drawing/2014/main" id="{1AE9707A-9188-BA5E-E5B9-9A8F5C26AD43}"/>
              </a:ext>
            </a:extLst>
          </p:cNvPr>
          <p:cNvPicPr>
            <a:picLocks noChangeAspect="1"/>
          </p:cNvPicPr>
          <p:nvPr/>
        </p:nvPicPr>
        <p:blipFill>
          <a:blip r:embed="rId2"/>
          <a:srcRect l="7977" t="34543" r="-160"/>
          <a:stretch>
            <a:fillRect/>
          </a:stretch>
        </p:blipFill>
        <p:spPr>
          <a:xfrm>
            <a:off x="3522903" y="1292368"/>
            <a:ext cx="2566710" cy="2102388"/>
          </a:xfrm>
          <a:prstGeom prst="rect">
            <a:avLst/>
          </a:prstGeom>
        </p:spPr>
      </p:pic>
      <p:pic>
        <p:nvPicPr>
          <p:cNvPr id="17" name="Picture 16" descr="A screen shot of a graph&#10;&#10;AI-generated content may be incorrect.">
            <a:extLst>
              <a:ext uri="{FF2B5EF4-FFF2-40B4-BE49-F238E27FC236}">
                <a16:creationId xmlns:a16="http://schemas.microsoft.com/office/drawing/2014/main" id="{7F7F8699-E11C-D05C-2552-2CA08D64FBC1}"/>
              </a:ext>
            </a:extLst>
          </p:cNvPr>
          <p:cNvPicPr>
            <a:picLocks noChangeAspect="1"/>
          </p:cNvPicPr>
          <p:nvPr/>
        </p:nvPicPr>
        <p:blipFill>
          <a:blip r:embed="rId3"/>
          <a:srcRect l="8249" t="23649" r="2116" b="2737"/>
          <a:stretch>
            <a:fillRect/>
          </a:stretch>
        </p:blipFill>
        <p:spPr>
          <a:xfrm>
            <a:off x="6174625" y="1297781"/>
            <a:ext cx="2630994" cy="2105658"/>
          </a:xfrm>
          <a:prstGeom prst="rect">
            <a:avLst/>
          </a:prstGeom>
        </p:spPr>
      </p:pic>
      <p:pic>
        <p:nvPicPr>
          <p:cNvPr id="3" name="Picture 2" descr="A green and black sign&#10;&#10;AI-generated content may be incorrect.">
            <a:extLst>
              <a:ext uri="{FF2B5EF4-FFF2-40B4-BE49-F238E27FC236}">
                <a16:creationId xmlns:a16="http://schemas.microsoft.com/office/drawing/2014/main" id="{6EF84248-95FE-32BA-54BD-93F36B72F6D0}"/>
              </a:ext>
            </a:extLst>
          </p:cNvPr>
          <p:cNvPicPr>
            <a:picLocks noChangeAspect="1"/>
          </p:cNvPicPr>
          <p:nvPr/>
        </p:nvPicPr>
        <p:blipFill>
          <a:blip r:embed="rId4"/>
          <a:stretch>
            <a:fillRect/>
          </a:stretch>
        </p:blipFill>
        <p:spPr>
          <a:xfrm>
            <a:off x="50222" y="68406"/>
            <a:ext cx="789277" cy="248949"/>
          </a:xfrm>
          <a:prstGeom prst="rect">
            <a:avLst/>
          </a:prstGeom>
        </p:spPr>
      </p:pic>
    </p:spTree>
    <p:extLst>
      <p:ext uri="{BB962C8B-B14F-4D97-AF65-F5344CB8AC3E}">
        <p14:creationId xmlns:p14="http://schemas.microsoft.com/office/powerpoint/2010/main" val="2974758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7F5B3-92B0-F67D-93B8-3B0587C47A8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5221A50-C71C-EC7D-8DAF-3FFA2E939F09}"/>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dirty="0">
                <a:cs typeface="Arial"/>
              </a:rPr>
              <a:t>Conclusion</a:t>
            </a:r>
          </a:p>
        </p:txBody>
      </p:sp>
      <p:cxnSp>
        <p:nvCxnSpPr>
          <p:cNvPr id="8" name="Straight Arrow Connector 7">
            <a:extLst>
              <a:ext uri="{FF2B5EF4-FFF2-40B4-BE49-F238E27FC236}">
                <a16:creationId xmlns:a16="http://schemas.microsoft.com/office/drawing/2014/main" id="{2C5B6DF2-EC17-3A45-C2A7-0DDB6D3872DA}"/>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A672F0C-46C5-CAB8-F07C-94F080B7AD85}"/>
              </a:ext>
            </a:extLst>
          </p:cNvPr>
          <p:cNvSpPr txBox="1"/>
          <p:nvPr/>
        </p:nvSpPr>
        <p:spPr>
          <a:xfrm>
            <a:off x="1016838" y="113761"/>
            <a:ext cx="2129915"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5: </a:t>
            </a:r>
            <a:r>
              <a:rPr lang="en-GB" sz="1000" b="1">
                <a:latin typeface="Merriweather"/>
                <a:cs typeface="Arial"/>
              </a:rPr>
              <a:t>Evaluate and compare</a:t>
            </a:r>
            <a:endParaRPr lang="en-GB" sz="1000" b="1">
              <a:cs typeface="Arial"/>
            </a:endParaRPr>
          </a:p>
        </p:txBody>
      </p:sp>
      <p:sp>
        <p:nvSpPr>
          <p:cNvPr id="15" name="TextBox 14">
            <a:extLst>
              <a:ext uri="{FF2B5EF4-FFF2-40B4-BE49-F238E27FC236}">
                <a16:creationId xmlns:a16="http://schemas.microsoft.com/office/drawing/2014/main" id="{0502B4E0-55BA-AD7A-87F8-A0018F90BBBC}"/>
              </a:ext>
            </a:extLst>
          </p:cNvPr>
          <p:cNvSpPr txBox="1"/>
          <p:nvPr/>
        </p:nvSpPr>
        <p:spPr>
          <a:xfrm>
            <a:off x="543574" y="1252105"/>
            <a:ext cx="4028426"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b="1" dirty="0">
                <a:latin typeface="Cambria"/>
                <a:ea typeface="Cambria"/>
                <a:cs typeface="Arial"/>
              </a:rPr>
              <a:t>1. SGD Classifier -linear</a:t>
            </a:r>
            <a:endParaRPr lang="en-US" sz="800" dirty="0">
              <a:cs typeface="Arial"/>
            </a:endParaRPr>
          </a:p>
          <a:p>
            <a:r>
              <a:rPr lang="en-GB" sz="800" b="1" dirty="0">
                <a:latin typeface="Cambria"/>
                <a:ea typeface="Cambria"/>
                <a:cs typeface="Arial"/>
              </a:rPr>
              <a:t>Test Accuracy:</a:t>
            </a:r>
            <a:r>
              <a:rPr lang="en-GB" sz="800" dirty="0">
                <a:latin typeface="Cambria"/>
                <a:ea typeface="Cambria"/>
                <a:cs typeface="Arial"/>
              </a:rPr>
              <a:t> 92.75%</a:t>
            </a:r>
            <a:br>
              <a:rPr lang="en-GB" sz="800" dirty="0">
                <a:latin typeface="Cambria"/>
                <a:ea typeface="Cambria"/>
                <a:cs typeface="Arial"/>
              </a:rPr>
            </a:br>
            <a:r>
              <a:rPr lang="en-GB" sz="800" dirty="0">
                <a:latin typeface="Cambria"/>
                <a:ea typeface="Cambria"/>
                <a:cs typeface="Arial"/>
              </a:rPr>
              <a:t>Error %: </a:t>
            </a:r>
            <a:r>
              <a:rPr lang="en-GB" sz="800" b="1" dirty="0">
                <a:latin typeface="Cambria"/>
                <a:ea typeface="Cambria"/>
                <a:cs typeface="Arial"/>
              </a:rPr>
              <a:t>7.25%</a:t>
            </a:r>
            <a:endParaRPr lang="en-GB" sz="800" dirty="0">
              <a:cs typeface="Arial"/>
            </a:endParaRPr>
          </a:p>
          <a:p>
            <a:r>
              <a:rPr lang="en-GB" sz="800" b="1" dirty="0">
                <a:latin typeface="Cambria"/>
                <a:ea typeface="Cambria"/>
                <a:cs typeface="Arial"/>
              </a:rPr>
              <a:t>Advantages:-</a:t>
            </a:r>
            <a:endParaRPr lang="en-GB" sz="800" dirty="0">
              <a:cs typeface="Arial"/>
            </a:endParaRPr>
          </a:p>
          <a:p>
            <a:r>
              <a:rPr lang="en-GB" sz="800" dirty="0">
                <a:latin typeface="Cambria"/>
                <a:ea typeface="Cambria"/>
                <a:cs typeface="Arial"/>
              </a:rPr>
              <a:t>· Simple and fast to train</a:t>
            </a:r>
            <a:endParaRPr lang="en-GB" sz="800" dirty="0">
              <a:cs typeface="Arial"/>
            </a:endParaRPr>
          </a:p>
          <a:p>
            <a:r>
              <a:rPr lang="en-GB" sz="800" dirty="0">
                <a:latin typeface="Cambria"/>
                <a:ea typeface="Cambria"/>
                <a:cs typeface="Arial"/>
              </a:rPr>
              <a:t>· Works well with standardized features</a:t>
            </a:r>
            <a:endParaRPr lang="en-GB" sz="800" dirty="0">
              <a:cs typeface="Arial"/>
            </a:endParaRPr>
          </a:p>
          <a:p>
            <a:r>
              <a:rPr lang="en-GB" sz="800" dirty="0">
                <a:latin typeface="Cambria"/>
                <a:ea typeface="Cambria"/>
                <a:cs typeface="Arial"/>
              </a:rPr>
              <a:t>· Interpretable coefficients</a:t>
            </a:r>
            <a:endParaRPr lang="en-GB" sz="800" dirty="0">
              <a:cs typeface="Arial"/>
            </a:endParaRPr>
          </a:p>
          <a:p>
            <a:r>
              <a:rPr lang="en-GB" sz="800" dirty="0">
                <a:latin typeface="Cambria"/>
                <a:ea typeface="Cambria"/>
                <a:cs typeface="Arial"/>
              </a:rPr>
              <a:t>· Good baseline model</a:t>
            </a:r>
            <a:endParaRPr lang="en-GB" sz="800" dirty="0">
              <a:cs typeface="Arial"/>
            </a:endParaRPr>
          </a:p>
          <a:p>
            <a:r>
              <a:rPr lang="en-GB" sz="800" b="1" dirty="0">
                <a:latin typeface="Cambria"/>
                <a:ea typeface="Cambria"/>
                <a:cs typeface="Arial"/>
              </a:rPr>
              <a:t>Disadvantages:-</a:t>
            </a:r>
            <a:endParaRPr lang="en-GB" sz="800" dirty="0">
              <a:cs typeface="Arial"/>
            </a:endParaRPr>
          </a:p>
          <a:p>
            <a:r>
              <a:rPr lang="en-GB" sz="800" dirty="0">
                <a:latin typeface="Cambria"/>
                <a:ea typeface="Cambria"/>
                <a:cs typeface="Arial"/>
              </a:rPr>
              <a:t>· Assumes linear decision boundaries</a:t>
            </a:r>
            <a:endParaRPr lang="en-GB" sz="800" dirty="0">
              <a:cs typeface="Arial"/>
            </a:endParaRPr>
          </a:p>
          <a:p>
            <a:r>
              <a:rPr lang="en-GB" sz="800" dirty="0">
                <a:latin typeface="Cambria"/>
                <a:ea typeface="Cambria"/>
                <a:cs typeface="Arial"/>
              </a:rPr>
              <a:t>· Slightly lower performance on overlapping classes (1 &amp; 2)</a:t>
            </a:r>
            <a:endParaRPr lang="en-GB" sz="800" dirty="0">
              <a:cs typeface="Arial"/>
            </a:endParaRPr>
          </a:p>
          <a:p>
            <a:r>
              <a:rPr lang="en-GB" sz="800" dirty="0">
                <a:latin typeface="Cambria"/>
                <a:ea typeface="Cambria"/>
                <a:cs typeface="Arial"/>
              </a:rPr>
              <a:t>· Less flexible than non-linear models</a:t>
            </a:r>
            <a:endParaRPr lang="en-GB" sz="800" dirty="0">
              <a:cs typeface="Arial"/>
            </a:endParaRPr>
          </a:p>
          <a:p>
            <a:r>
              <a:rPr lang="en-GB" sz="800" b="1" dirty="0">
                <a:latin typeface="Cambria"/>
                <a:ea typeface="Cambria"/>
                <a:cs typeface="Arial"/>
              </a:rPr>
              <a:t>Observation:-</a:t>
            </a:r>
            <a:endParaRPr lang="en-GB" sz="800" dirty="0">
              <a:cs typeface="Arial"/>
            </a:endParaRPr>
          </a:p>
          <a:p>
            <a:r>
              <a:rPr lang="en-GB" sz="800" dirty="0">
                <a:latin typeface="Cambria"/>
                <a:ea typeface="Cambria"/>
                <a:cs typeface="Arial"/>
              </a:rPr>
              <a:t>· Performs well but misclassifies mid-range price classes slightly more.</a:t>
            </a:r>
            <a:endParaRPr lang="en-GB" sz="800" dirty="0">
              <a:cs typeface="Arial"/>
            </a:endParaRPr>
          </a:p>
          <a:p>
            <a:r>
              <a:rPr lang="en-GB" sz="800" b="1" dirty="0">
                <a:latin typeface="Cambria"/>
                <a:ea typeface="Cambria"/>
                <a:cs typeface="Arial"/>
              </a:rPr>
              <a:t>2. Logistic Regression</a:t>
            </a:r>
            <a:endParaRPr lang="en-GB" sz="800" dirty="0">
              <a:cs typeface="Arial"/>
            </a:endParaRPr>
          </a:p>
          <a:p>
            <a:r>
              <a:rPr lang="en-GB" sz="800" b="1" dirty="0">
                <a:latin typeface="Cambria"/>
                <a:ea typeface="Cambria"/>
                <a:cs typeface="Arial"/>
              </a:rPr>
              <a:t>Test Accuracy:</a:t>
            </a:r>
            <a:r>
              <a:rPr lang="en-GB" sz="800" dirty="0">
                <a:latin typeface="Cambria"/>
                <a:ea typeface="Cambria"/>
                <a:cs typeface="Arial"/>
              </a:rPr>
              <a:t> </a:t>
            </a:r>
            <a:r>
              <a:rPr lang="en-GB" sz="800" b="1" dirty="0">
                <a:latin typeface="Cambria"/>
                <a:ea typeface="Cambria"/>
                <a:cs typeface="Arial"/>
              </a:rPr>
              <a:t>97.5% (Highest)</a:t>
            </a:r>
            <a:br>
              <a:rPr lang="en-GB" sz="800" b="1" dirty="0">
                <a:latin typeface="Cambria"/>
                <a:ea typeface="Cambria"/>
                <a:cs typeface="Arial"/>
              </a:rPr>
            </a:br>
            <a:r>
              <a:rPr lang="en-GB" sz="800" b="1" dirty="0">
                <a:latin typeface="Cambria"/>
                <a:ea typeface="Cambria"/>
                <a:cs typeface="Arial"/>
              </a:rPr>
              <a:t>Error %:</a:t>
            </a:r>
            <a:r>
              <a:rPr lang="en-GB" sz="800" dirty="0">
                <a:latin typeface="Cambria"/>
                <a:ea typeface="Cambria"/>
                <a:cs typeface="Arial"/>
              </a:rPr>
              <a:t> </a:t>
            </a:r>
            <a:r>
              <a:rPr lang="en-GB" sz="800" b="1" dirty="0">
                <a:latin typeface="Cambria"/>
                <a:ea typeface="Cambria"/>
                <a:cs typeface="Arial"/>
              </a:rPr>
              <a:t>2.5% (Lowest)</a:t>
            </a:r>
            <a:endParaRPr lang="en-GB" sz="800" dirty="0">
              <a:cs typeface="Arial"/>
            </a:endParaRPr>
          </a:p>
          <a:p>
            <a:r>
              <a:rPr lang="en-GB" sz="800" b="1" dirty="0">
                <a:latin typeface="Cambria"/>
                <a:ea typeface="Cambria"/>
                <a:cs typeface="Arial"/>
              </a:rPr>
              <a:t>Advantages:-</a:t>
            </a:r>
            <a:endParaRPr lang="en-GB" sz="800" dirty="0">
              <a:cs typeface="Arial"/>
            </a:endParaRPr>
          </a:p>
          <a:p>
            <a:r>
              <a:rPr lang="en-GB" sz="800" dirty="0">
                <a:latin typeface="Cambria"/>
                <a:ea typeface="Cambria"/>
                <a:cs typeface="Arial"/>
              </a:rPr>
              <a:t>· Best overall accuracy, precision, recall, and F1-score</a:t>
            </a:r>
            <a:endParaRPr lang="en-GB" sz="800" dirty="0">
              <a:cs typeface="Arial"/>
            </a:endParaRPr>
          </a:p>
          <a:p>
            <a:r>
              <a:rPr lang="en-GB" sz="800" dirty="0">
                <a:latin typeface="Cambria"/>
                <a:ea typeface="Cambria"/>
                <a:cs typeface="Arial"/>
              </a:rPr>
              <a:t>· Stable and consistent across all classes</a:t>
            </a:r>
            <a:endParaRPr lang="en-GB" sz="800" dirty="0">
              <a:cs typeface="Arial"/>
            </a:endParaRPr>
          </a:p>
          <a:p>
            <a:r>
              <a:rPr lang="en-GB" sz="800" dirty="0">
                <a:latin typeface="Cambria"/>
                <a:ea typeface="Cambria"/>
                <a:cs typeface="Arial"/>
              </a:rPr>
              <a:t>· Handles multi-class classification very well</a:t>
            </a:r>
            <a:endParaRPr lang="en-GB" sz="800" dirty="0">
              <a:cs typeface="Arial"/>
            </a:endParaRPr>
          </a:p>
          <a:p>
            <a:r>
              <a:rPr lang="en-GB" sz="800" dirty="0">
                <a:latin typeface="Cambria"/>
                <a:ea typeface="Cambria"/>
                <a:cs typeface="Arial"/>
              </a:rPr>
              <a:t>· Highly interpretable coefficients</a:t>
            </a:r>
            <a:endParaRPr lang="en-GB" sz="800" dirty="0">
              <a:cs typeface="Arial"/>
            </a:endParaRPr>
          </a:p>
          <a:p>
            <a:r>
              <a:rPr lang="en-GB" sz="800" dirty="0">
                <a:latin typeface="Cambria"/>
                <a:ea typeface="Cambria"/>
                <a:cs typeface="Arial"/>
              </a:rPr>
              <a:t>· Low overfitting risk</a:t>
            </a:r>
            <a:endParaRPr lang="en-GB" sz="800" dirty="0">
              <a:cs typeface="Arial"/>
            </a:endParaRPr>
          </a:p>
          <a:p>
            <a:r>
              <a:rPr lang="en-GB" sz="800" b="1" dirty="0">
                <a:latin typeface="Cambria"/>
                <a:ea typeface="Cambria"/>
                <a:cs typeface="Arial"/>
              </a:rPr>
              <a:t>Disadvantages:-</a:t>
            </a:r>
            <a:endParaRPr lang="en-GB" sz="800" dirty="0">
              <a:cs typeface="Arial"/>
            </a:endParaRPr>
          </a:p>
          <a:p>
            <a:r>
              <a:rPr lang="en-GB" sz="800" dirty="0">
                <a:latin typeface="Cambria"/>
                <a:ea typeface="Cambria"/>
                <a:cs typeface="Arial"/>
              </a:rPr>
              <a:t>· Assumes linear separability in feature space</a:t>
            </a:r>
            <a:endParaRPr lang="en-GB" sz="800" dirty="0">
              <a:cs typeface="Arial"/>
            </a:endParaRPr>
          </a:p>
          <a:p>
            <a:r>
              <a:rPr lang="en-GB" sz="800" dirty="0">
                <a:latin typeface="Cambria"/>
                <a:ea typeface="Cambria"/>
                <a:cs typeface="Arial"/>
              </a:rPr>
              <a:t>· Cannot capture very complex non-linear relations (without kernels)</a:t>
            </a:r>
            <a:endParaRPr lang="en-GB" sz="800" dirty="0">
              <a:cs typeface="Arial"/>
            </a:endParaRPr>
          </a:p>
          <a:p>
            <a:r>
              <a:rPr lang="en-GB" sz="800" b="1" dirty="0">
                <a:latin typeface="Cambria"/>
                <a:ea typeface="Cambria"/>
                <a:cs typeface="Arial"/>
              </a:rPr>
              <a:t>Observation:-</a:t>
            </a:r>
            <a:endParaRPr lang="en-GB" sz="800" dirty="0">
              <a:cs typeface="Arial"/>
            </a:endParaRPr>
          </a:p>
          <a:p>
            <a:r>
              <a:rPr lang="en-GB" sz="800" dirty="0">
                <a:latin typeface="Cambria"/>
                <a:ea typeface="Cambria"/>
                <a:cs typeface="Arial"/>
              </a:rPr>
              <a:t>· Almost perfect confusion matrix</a:t>
            </a:r>
            <a:endParaRPr lang="en-GB" sz="800" dirty="0">
              <a:cs typeface="Arial"/>
            </a:endParaRPr>
          </a:p>
          <a:p>
            <a:r>
              <a:rPr lang="en-GB" sz="800" dirty="0">
                <a:latin typeface="Cambria"/>
                <a:ea typeface="Cambria"/>
                <a:cs typeface="Arial"/>
              </a:rPr>
              <a:t>· Balanced performance across </a:t>
            </a:r>
            <a:r>
              <a:rPr lang="en-GB" sz="800" b="1" dirty="0">
                <a:latin typeface="Cambria"/>
                <a:ea typeface="Cambria"/>
                <a:cs typeface="Arial"/>
              </a:rPr>
              <a:t>all price ranges</a:t>
            </a:r>
            <a:endParaRPr lang="en-GB" sz="800" dirty="0">
              <a:cs typeface="Arial"/>
            </a:endParaRPr>
          </a:p>
          <a:p>
            <a:endParaRPr lang="en-GB" sz="800" dirty="0">
              <a:cs typeface="Arial"/>
            </a:endParaRPr>
          </a:p>
        </p:txBody>
      </p:sp>
      <p:pic>
        <p:nvPicPr>
          <p:cNvPr id="3" name="Picture 2" descr="A green and black sign&#10;&#10;AI-generated content may be incorrect.">
            <a:extLst>
              <a:ext uri="{FF2B5EF4-FFF2-40B4-BE49-F238E27FC236}">
                <a16:creationId xmlns:a16="http://schemas.microsoft.com/office/drawing/2014/main" id="{3501EBCE-B653-6D9C-EC7C-E56654EB55C5}"/>
              </a:ext>
            </a:extLst>
          </p:cNvPr>
          <p:cNvPicPr>
            <a:picLocks noChangeAspect="1"/>
          </p:cNvPicPr>
          <p:nvPr/>
        </p:nvPicPr>
        <p:blipFill>
          <a:blip r:embed="rId2"/>
          <a:stretch>
            <a:fillRect/>
          </a:stretch>
        </p:blipFill>
        <p:spPr>
          <a:xfrm>
            <a:off x="50222" y="68406"/>
            <a:ext cx="789277" cy="248949"/>
          </a:xfrm>
          <a:prstGeom prst="rect">
            <a:avLst/>
          </a:prstGeom>
        </p:spPr>
      </p:pic>
      <p:sp>
        <p:nvSpPr>
          <p:cNvPr id="2" name="TextBox 1">
            <a:extLst>
              <a:ext uri="{FF2B5EF4-FFF2-40B4-BE49-F238E27FC236}">
                <a16:creationId xmlns:a16="http://schemas.microsoft.com/office/drawing/2014/main" id="{0CAF3826-3E6B-4C59-8EC0-38E6F02224F4}"/>
              </a:ext>
            </a:extLst>
          </p:cNvPr>
          <p:cNvSpPr txBox="1"/>
          <p:nvPr/>
        </p:nvSpPr>
        <p:spPr>
          <a:xfrm>
            <a:off x="3771899" y="1250156"/>
            <a:ext cx="3686175" cy="36625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b="1" dirty="0">
                <a:latin typeface="Cambria"/>
                <a:ea typeface="Cambria"/>
              </a:rPr>
              <a:t>3. Decision Tree </a:t>
            </a:r>
            <a:endParaRPr lang="en-GB" sz="800" dirty="0">
              <a:latin typeface="Cambria"/>
              <a:ea typeface="Cambria"/>
            </a:endParaRPr>
          </a:p>
          <a:p>
            <a:r>
              <a:rPr lang="en-GB" sz="800" b="1" dirty="0">
                <a:latin typeface="Cambria"/>
                <a:ea typeface="Cambria"/>
              </a:rPr>
              <a:t>Test Accuracy:</a:t>
            </a:r>
            <a:r>
              <a:rPr lang="en-GB" sz="800" dirty="0">
                <a:latin typeface="Cambria"/>
                <a:ea typeface="Cambria"/>
              </a:rPr>
              <a:t> 88.5%</a:t>
            </a:r>
            <a:br>
              <a:rPr lang="en-GB" sz="800" dirty="0">
                <a:latin typeface="Cambria"/>
                <a:ea typeface="Cambria"/>
              </a:rPr>
            </a:br>
            <a:r>
              <a:rPr lang="en-GB" sz="800" dirty="0">
                <a:latin typeface="Cambria"/>
                <a:ea typeface="Cambria"/>
              </a:rPr>
              <a:t>Error %: </a:t>
            </a:r>
            <a:r>
              <a:rPr lang="en-GB" sz="800" b="1" dirty="0">
                <a:latin typeface="Cambria"/>
                <a:ea typeface="Cambria"/>
              </a:rPr>
              <a:t>11.5%</a:t>
            </a:r>
            <a:endParaRPr lang="en-GB" sz="800" dirty="0">
              <a:latin typeface="Cambria"/>
              <a:ea typeface="Cambria"/>
            </a:endParaRPr>
          </a:p>
          <a:p>
            <a:r>
              <a:rPr lang="en-GB" sz="800" b="1" dirty="0">
                <a:latin typeface="Cambria"/>
                <a:ea typeface="Cambria"/>
              </a:rPr>
              <a:t>Advantages:-</a:t>
            </a:r>
            <a:endParaRPr lang="en-GB" sz="800" dirty="0">
              <a:latin typeface="Cambria"/>
              <a:ea typeface="Cambria"/>
            </a:endParaRPr>
          </a:p>
          <a:p>
            <a:r>
              <a:rPr lang="en-GB" sz="800" dirty="0">
                <a:latin typeface="Cambria"/>
                <a:ea typeface="Cambria"/>
              </a:rPr>
              <a:t>· Easy to visualize and interpret</a:t>
            </a:r>
          </a:p>
          <a:p>
            <a:r>
              <a:rPr lang="en-GB" sz="800" dirty="0">
                <a:latin typeface="Cambria"/>
                <a:ea typeface="Cambria"/>
              </a:rPr>
              <a:t>· Captures non-linear relationships</a:t>
            </a:r>
          </a:p>
          <a:p>
            <a:r>
              <a:rPr lang="en-GB" sz="800" dirty="0">
                <a:latin typeface="Cambria"/>
                <a:ea typeface="Cambria"/>
              </a:rPr>
              <a:t>· No need for feature scaling</a:t>
            </a:r>
          </a:p>
          <a:p>
            <a:r>
              <a:rPr lang="en-GB" sz="800" b="1" dirty="0">
                <a:latin typeface="Cambria"/>
                <a:ea typeface="Cambria"/>
              </a:rPr>
              <a:t>Disadvantages:-</a:t>
            </a:r>
            <a:endParaRPr lang="en-GB" sz="800" dirty="0">
              <a:latin typeface="Cambria"/>
              <a:ea typeface="Cambria"/>
            </a:endParaRPr>
          </a:p>
          <a:p>
            <a:r>
              <a:rPr lang="en-GB" sz="800" dirty="0">
                <a:latin typeface="Cambria"/>
                <a:ea typeface="Cambria"/>
              </a:rPr>
              <a:t>· Prone to overfitting</a:t>
            </a:r>
          </a:p>
          <a:p>
            <a:r>
              <a:rPr lang="en-GB" sz="800" dirty="0">
                <a:latin typeface="Cambria"/>
                <a:ea typeface="Cambria"/>
              </a:rPr>
              <a:t>· Sensitive to small data changes</a:t>
            </a:r>
          </a:p>
          <a:p>
            <a:r>
              <a:rPr lang="en-GB" sz="800" dirty="0">
                <a:latin typeface="Cambria"/>
                <a:ea typeface="Cambria"/>
              </a:rPr>
              <a:t>· Lower generalization accuracy</a:t>
            </a:r>
          </a:p>
          <a:p>
            <a:r>
              <a:rPr lang="en-GB" sz="800" b="1" dirty="0">
                <a:latin typeface="Cambria"/>
                <a:ea typeface="Cambria"/>
              </a:rPr>
              <a:t>Observation:-</a:t>
            </a:r>
            <a:endParaRPr lang="en-GB" sz="800" dirty="0">
              <a:latin typeface="Cambria"/>
              <a:ea typeface="Cambria"/>
            </a:endParaRPr>
          </a:p>
          <a:p>
            <a:r>
              <a:rPr lang="en-GB" sz="800" dirty="0">
                <a:latin typeface="Cambria"/>
                <a:ea typeface="Cambria"/>
              </a:rPr>
              <a:t>· Struggles with class 1 and class 2 separation</a:t>
            </a:r>
          </a:p>
          <a:p>
            <a:r>
              <a:rPr lang="en-GB" sz="800" b="1" dirty="0">
                <a:latin typeface="Cambria"/>
                <a:ea typeface="Cambria"/>
              </a:rPr>
              <a:t>4. Random Forest </a:t>
            </a:r>
            <a:endParaRPr lang="en-GB" sz="800" dirty="0">
              <a:latin typeface="Cambria"/>
              <a:ea typeface="Cambria"/>
            </a:endParaRPr>
          </a:p>
          <a:p>
            <a:r>
              <a:rPr lang="en-GB" sz="800" b="1" dirty="0">
                <a:latin typeface="Cambria"/>
                <a:ea typeface="Cambria"/>
              </a:rPr>
              <a:t>Test Accuracy:</a:t>
            </a:r>
            <a:r>
              <a:rPr lang="en-GB" sz="800" dirty="0">
                <a:latin typeface="Cambria"/>
                <a:ea typeface="Cambria"/>
              </a:rPr>
              <a:t> 93.75%</a:t>
            </a:r>
            <a:br>
              <a:rPr lang="en-GB" sz="800" dirty="0">
                <a:latin typeface="Cambria"/>
                <a:ea typeface="Cambria"/>
              </a:rPr>
            </a:br>
            <a:r>
              <a:rPr lang="en-GB" sz="800" dirty="0">
                <a:latin typeface="Cambria"/>
                <a:ea typeface="Cambria"/>
              </a:rPr>
              <a:t>Error %: </a:t>
            </a:r>
            <a:r>
              <a:rPr lang="en-GB" sz="800" b="1" dirty="0">
                <a:latin typeface="Cambria"/>
                <a:ea typeface="Cambria"/>
              </a:rPr>
              <a:t>6.25%</a:t>
            </a:r>
            <a:endParaRPr lang="en-GB" sz="800" dirty="0">
              <a:latin typeface="Cambria"/>
              <a:ea typeface="Cambria"/>
            </a:endParaRPr>
          </a:p>
          <a:p>
            <a:r>
              <a:rPr lang="en-GB" sz="800" b="1" dirty="0">
                <a:latin typeface="Cambria"/>
                <a:ea typeface="Cambria"/>
              </a:rPr>
              <a:t>Advantages:-</a:t>
            </a:r>
            <a:endParaRPr lang="en-GB" sz="800" dirty="0">
              <a:latin typeface="Cambria"/>
              <a:ea typeface="Cambria"/>
            </a:endParaRPr>
          </a:p>
          <a:p>
            <a:r>
              <a:rPr lang="en-GB" sz="800" dirty="0">
                <a:latin typeface="Cambria"/>
                <a:ea typeface="Cambria"/>
              </a:rPr>
              <a:t>· Handles non-linear patterns well</a:t>
            </a:r>
          </a:p>
          <a:p>
            <a:r>
              <a:rPr lang="en-GB" sz="800" dirty="0">
                <a:latin typeface="Cambria"/>
                <a:ea typeface="Cambria"/>
              </a:rPr>
              <a:t>· Less overfitting than decision tree</a:t>
            </a:r>
          </a:p>
          <a:p>
            <a:r>
              <a:rPr lang="en-GB" sz="800" dirty="0">
                <a:latin typeface="Cambria"/>
                <a:ea typeface="Cambria"/>
              </a:rPr>
              <a:t>· Good feature importance insights</a:t>
            </a:r>
          </a:p>
          <a:p>
            <a:r>
              <a:rPr lang="en-GB" sz="800" dirty="0">
                <a:latin typeface="Cambria"/>
                <a:ea typeface="Cambria"/>
              </a:rPr>
              <a:t>· Robust and stable</a:t>
            </a:r>
          </a:p>
          <a:p>
            <a:r>
              <a:rPr lang="en-GB" sz="800" b="1" dirty="0">
                <a:latin typeface="Cambria"/>
                <a:ea typeface="Cambria"/>
              </a:rPr>
              <a:t>Disadvantages:-</a:t>
            </a:r>
            <a:endParaRPr lang="en-GB" sz="800" dirty="0">
              <a:latin typeface="Cambria"/>
              <a:ea typeface="Cambria"/>
            </a:endParaRPr>
          </a:p>
          <a:p>
            <a:r>
              <a:rPr lang="en-GB" sz="800" dirty="0">
                <a:latin typeface="Cambria"/>
                <a:ea typeface="Cambria"/>
              </a:rPr>
              <a:t>· More computationally expensive</a:t>
            </a:r>
          </a:p>
          <a:p>
            <a:r>
              <a:rPr lang="en-GB" sz="800" dirty="0">
                <a:latin typeface="Cambria"/>
                <a:ea typeface="Cambria"/>
              </a:rPr>
              <a:t>· Less interpretable than Logistic / Linear</a:t>
            </a:r>
          </a:p>
          <a:p>
            <a:r>
              <a:rPr lang="en-GB" sz="800" dirty="0">
                <a:latin typeface="Cambria"/>
                <a:ea typeface="Cambria"/>
              </a:rPr>
              <a:t>· Slightly lower accuracy than Logistic Regression</a:t>
            </a:r>
          </a:p>
          <a:p>
            <a:r>
              <a:rPr lang="en-GB" sz="800" b="1" dirty="0">
                <a:latin typeface="Cambria"/>
                <a:ea typeface="Cambria"/>
              </a:rPr>
              <a:t>Observation:-</a:t>
            </a:r>
            <a:endParaRPr lang="en-GB" sz="800" dirty="0">
              <a:latin typeface="Cambria"/>
              <a:ea typeface="Cambria"/>
            </a:endParaRPr>
          </a:p>
          <a:p>
            <a:r>
              <a:rPr lang="en-GB" sz="800" dirty="0">
                <a:latin typeface="Cambria"/>
                <a:ea typeface="Cambria"/>
              </a:rPr>
              <a:t>· Very strong performer, but still behind Logistic Regression</a:t>
            </a:r>
            <a:br>
              <a:rPr lang="en-GB" sz="800" dirty="0">
                <a:latin typeface="Cambria"/>
                <a:ea typeface="Cambria"/>
              </a:rPr>
            </a:br>
            <a:endParaRPr lang="en-US" sz="800">
              <a:cs typeface="Arial"/>
            </a:endParaRPr>
          </a:p>
        </p:txBody>
      </p:sp>
      <p:sp>
        <p:nvSpPr>
          <p:cNvPr id="4" name="TextBox 3">
            <a:extLst>
              <a:ext uri="{FF2B5EF4-FFF2-40B4-BE49-F238E27FC236}">
                <a16:creationId xmlns:a16="http://schemas.microsoft.com/office/drawing/2014/main" id="{954BEFDF-CB90-4846-2A7E-051DF187BC73}"/>
              </a:ext>
            </a:extLst>
          </p:cNvPr>
          <p:cNvSpPr txBox="1"/>
          <p:nvPr/>
        </p:nvSpPr>
        <p:spPr>
          <a:xfrm>
            <a:off x="6272212" y="1293019"/>
            <a:ext cx="2185987" cy="2985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b="1" dirty="0">
                <a:latin typeface="Cambria"/>
                <a:ea typeface="Cambria"/>
              </a:rPr>
              <a:t>5. K-Nearest </a:t>
            </a:r>
            <a:r>
              <a:rPr lang="en-GB" sz="800" b="1" dirty="0" err="1">
                <a:latin typeface="Cambria"/>
                <a:ea typeface="Cambria"/>
              </a:rPr>
              <a:t>Neighbors</a:t>
            </a:r>
            <a:r>
              <a:rPr lang="en-GB" sz="800" b="1" dirty="0">
                <a:latin typeface="Cambria"/>
                <a:ea typeface="Cambria"/>
              </a:rPr>
              <a:t> (KNN)</a:t>
            </a:r>
            <a:endParaRPr lang="en-GB" sz="800" dirty="0">
              <a:latin typeface="Cambria"/>
              <a:ea typeface="Cambria"/>
            </a:endParaRPr>
          </a:p>
          <a:p>
            <a:r>
              <a:rPr lang="en-GB" sz="800" b="1" dirty="0">
                <a:latin typeface="Cambria"/>
                <a:ea typeface="Cambria"/>
              </a:rPr>
              <a:t>Test Accuracy:</a:t>
            </a:r>
            <a:r>
              <a:rPr lang="en-GB" sz="800" dirty="0">
                <a:latin typeface="Cambria"/>
                <a:ea typeface="Cambria"/>
              </a:rPr>
              <a:t> 82.5%</a:t>
            </a:r>
            <a:br>
              <a:rPr lang="en-GB" sz="800" dirty="0">
                <a:latin typeface="Cambria"/>
                <a:ea typeface="Cambria"/>
              </a:rPr>
            </a:br>
            <a:r>
              <a:rPr lang="en-GB" sz="800" dirty="0">
                <a:latin typeface="Cambria"/>
                <a:ea typeface="Cambria"/>
              </a:rPr>
              <a:t>Error %: </a:t>
            </a:r>
            <a:r>
              <a:rPr lang="en-GB" sz="800" b="1" dirty="0">
                <a:latin typeface="Cambria"/>
                <a:ea typeface="Cambria"/>
              </a:rPr>
              <a:t>17.5% (Highest)</a:t>
            </a:r>
            <a:endParaRPr lang="en-GB" sz="800" dirty="0">
              <a:latin typeface="Cambria"/>
              <a:ea typeface="Cambria"/>
            </a:endParaRPr>
          </a:p>
          <a:p>
            <a:r>
              <a:rPr lang="en-GB" sz="800" b="1" dirty="0">
                <a:latin typeface="Cambria"/>
                <a:ea typeface="Cambria"/>
              </a:rPr>
              <a:t>Advantages:-</a:t>
            </a:r>
            <a:endParaRPr lang="en-GB" sz="800" dirty="0">
              <a:latin typeface="Cambria"/>
              <a:ea typeface="Cambria"/>
            </a:endParaRPr>
          </a:p>
          <a:p>
            <a:r>
              <a:rPr lang="en-GB" sz="800" dirty="0">
                <a:latin typeface="Cambria"/>
                <a:ea typeface="Cambria"/>
              </a:rPr>
              <a:t>· Simple concept</a:t>
            </a:r>
            <a:endParaRPr lang="en-US" sz="800">
              <a:latin typeface="Cambria"/>
              <a:ea typeface="Cambria"/>
            </a:endParaRPr>
          </a:p>
          <a:p>
            <a:r>
              <a:rPr lang="en-GB" sz="800" dirty="0">
                <a:latin typeface="Cambria"/>
                <a:ea typeface="Cambria"/>
              </a:rPr>
              <a:t>· No training phase</a:t>
            </a:r>
            <a:endParaRPr lang="en-US" sz="800">
              <a:latin typeface="Cambria"/>
              <a:ea typeface="Cambria"/>
            </a:endParaRPr>
          </a:p>
          <a:p>
            <a:r>
              <a:rPr lang="en-GB" sz="800" dirty="0">
                <a:latin typeface="Cambria"/>
                <a:ea typeface="Cambria"/>
              </a:rPr>
              <a:t>· Captures local patterns</a:t>
            </a:r>
            <a:endParaRPr lang="en-US" sz="800">
              <a:latin typeface="Cambria"/>
              <a:ea typeface="Cambria"/>
            </a:endParaRPr>
          </a:p>
          <a:p>
            <a:r>
              <a:rPr lang="en-GB" sz="800" b="1" dirty="0">
                <a:latin typeface="Cambria"/>
                <a:ea typeface="Cambria"/>
              </a:rPr>
              <a:t>Disadvantages:-</a:t>
            </a:r>
            <a:endParaRPr lang="en-GB" sz="800" dirty="0">
              <a:latin typeface="Cambria"/>
              <a:ea typeface="Cambria"/>
            </a:endParaRPr>
          </a:p>
          <a:p>
            <a:r>
              <a:rPr lang="en-GB" sz="800" dirty="0">
                <a:latin typeface="Cambria"/>
                <a:ea typeface="Cambria"/>
              </a:rPr>
              <a:t>· Sensitive to feature scaling and noise</a:t>
            </a:r>
            <a:endParaRPr lang="en-US" sz="800">
              <a:latin typeface="Cambria"/>
              <a:ea typeface="Cambria"/>
            </a:endParaRPr>
          </a:p>
          <a:p>
            <a:r>
              <a:rPr lang="en-GB" sz="800" dirty="0">
                <a:latin typeface="Cambria"/>
                <a:ea typeface="Cambria"/>
              </a:rPr>
              <a:t>· High prediction time</a:t>
            </a:r>
            <a:endParaRPr lang="en-US" sz="800">
              <a:latin typeface="Cambria"/>
              <a:ea typeface="Cambria"/>
            </a:endParaRPr>
          </a:p>
          <a:p>
            <a:r>
              <a:rPr lang="en-GB" sz="800" dirty="0">
                <a:latin typeface="Cambria"/>
                <a:ea typeface="Cambria"/>
              </a:rPr>
              <a:t>· Performs poorly in high-dimensional data</a:t>
            </a:r>
            <a:endParaRPr lang="en-US" sz="800">
              <a:latin typeface="Cambria"/>
              <a:ea typeface="Cambria"/>
            </a:endParaRPr>
          </a:p>
          <a:p>
            <a:r>
              <a:rPr lang="en-GB" sz="800" dirty="0">
                <a:latin typeface="Cambria"/>
                <a:ea typeface="Cambria"/>
              </a:rPr>
              <a:t>· Lowest accuracy among all models</a:t>
            </a:r>
            <a:endParaRPr lang="en-US" sz="800">
              <a:latin typeface="Cambria"/>
              <a:ea typeface="Cambria"/>
            </a:endParaRPr>
          </a:p>
          <a:p>
            <a:r>
              <a:rPr lang="en-GB" sz="800" b="1" dirty="0">
                <a:latin typeface="Cambria"/>
                <a:ea typeface="Cambria"/>
              </a:rPr>
              <a:t>Observation:-</a:t>
            </a:r>
            <a:endParaRPr lang="en-GB" sz="800" dirty="0">
              <a:latin typeface="Cambria"/>
              <a:ea typeface="Cambria"/>
            </a:endParaRPr>
          </a:p>
          <a:p>
            <a:r>
              <a:rPr lang="en-GB" sz="800" dirty="0">
                <a:latin typeface="Cambria"/>
                <a:ea typeface="Cambria"/>
              </a:rPr>
              <a:t>· Confusion between mid-range classes is high</a:t>
            </a:r>
            <a:endParaRPr lang="en-US" sz="800">
              <a:latin typeface="Cambria"/>
              <a:ea typeface="Cambria"/>
            </a:endParaRPr>
          </a:p>
          <a:p>
            <a:endParaRPr lang="en-US" sz="1000" b="1" dirty="0">
              <a:solidFill>
                <a:srgbClr val="1C4587"/>
              </a:solidFill>
              <a:latin typeface="Times New Roman"/>
              <a:cs typeface="Times New Roman"/>
            </a:endParaRPr>
          </a:p>
          <a:p>
            <a:br>
              <a:rPr lang="en-US" dirty="0"/>
            </a:br>
            <a:br>
              <a:rPr lang="en-US" dirty="0">
                <a:cs typeface="Arial"/>
              </a:rPr>
            </a:br>
            <a:endParaRPr lang="en-US" sz="1000">
              <a:cs typeface="Arial"/>
            </a:endParaRPr>
          </a:p>
          <a:p>
            <a:endParaRPr lang="en-GB" sz="1000" dirty="0">
              <a:cs typeface="Arial"/>
            </a:endParaRPr>
          </a:p>
          <a:p>
            <a:pPr algn="l"/>
            <a:endParaRPr lang="en-GB" sz="1000" dirty="0">
              <a:cs typeface="Arial"/>
            </a:endParaRPr>
          </a:p>
        </p:txBody>
      </p:sp>
    </p:spTree>
    <p:extLst>
      <p:ext uri="{BB962C8B-B14F-4D97-AF65-F5344CB8AC3E}">
        <p14:creationId xmlns:p14="http://schemas.microsoft.com/office/powerpoint/2010/main" val="3762639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3DA75-55DD-806B-3897-9F7882AEF7C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651E5F5-6235-E5CF-1751-AB177DCC2CBA}"/>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dirty="0">
                <a:cs typeface="Arial"/>
              </a:rPr>
              <a:t>Best Model</a:t>
            </a:r>
          </a:p>
        </p:txBody>
      </p:sp>
      <p:cxnSp>
        <p:nvCxnSpPr>
          <p:cNvPr id="8" name="Straight Arrow Connector 7">
            <a:extLst>
              <a:ext uri="{FF2B5EF4-FFF2-40B4-BE49-F238E27FC236}">
                <a16:creationId xmlns:a16="http://schemas.microsoft.com/office/drawing/2014/main" id="{2D7078C3-0209-EAEA-509B-0CFF20F11C63}"/>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605139B-F9E4-D0AF-BAEA-7738A3561886}"/>
              </a:ext>
            </a:extLst>
          </p:cNvPr>
          <p:cNvSpPr txBox="1"/>
          <p:nvPr/>
        </p:nvSpPr>
        <p:spPr>
          <a:xfrm>
            <a:off x="1016838" y="113761"/>
            <a:ext cx="2129915" cy="24622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000" b="1">
                <a:cs typeface="Arial"/>
              </a:rPr>
              <a:t>STEP 5: </a:t>
            </a:r>
            <a:r>
              <a:rPr lang="en-GB" sz="1000" b="1">
                <a:latin typeface="Merriweather"/>
                <a:cs typeface="Arial"/>
              </a:rPr>
              <a:t>Evaluate and compare</a:t>
            </a:r>
            <a:endParaRPr lang="en-GB" sz="1000" b="1">
              <a:cs typeface="Arial"/>
            </a:endParaRPr>
          </a:p>
        </p:txBody>
      </p:sp>
      <p:sp>
        <p:nvSpPr>
          <p:cNvPr id="15" name="TextBox 14">
            <a:extLst>
              <a:ext uri="{FF2B5EF4-FFF2-40B4-BE49-F238E27FC236}">
                <a16:creationId xmlns:a16="http://schemas.microsoft.com/office/drawing/2014/main" id="{9AECF0A8-3336-F3EE-8C10-82FA8C41A082}"/>
              </a:ext>
            </a:extLst>
          </p:cNvPr>
          <p:cNvSpPr txBox="1"/>
          <p:nvPr/>
        </p:nvSpPr>
        <p:spPr>
          <a:xfrm>
            <a:off x="1015062" y="1366405"/>
            <a:ext cx="4028426" cy="196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u="sng" dirty="0">
                <a:latin typeface="Times New Roman"/>
                <a:ea typeface="Cambria"/>
                <a:cs typeface="Times New Roman"/>
              </a:rPr>
              <a:t>Logistic Regression</a:t>
            </a:r>
            <a:endParaRPr lang="en-US" sz="1200" u="sng" dirty="0">
              <a:latin typeface="Times New Roman"/>
              <a:ea typeface="Cambria"/>
              <a:cs typeface="Times New Roman"/>
            </a:endParaRPr>
          </a:p>
          <a:p>
            <a:endParaRPr lang="en-US" sz="1200" b="1" u="sng" dirty="0">
              <a:latin typeface="Times New Roman"/>
              <a:ea typeface="Cambria"/>
              <a:cs typeface="Times New Roman"/>
            </a:endParaRPr>
          </a:p>
          <a:p>
            <a:r>
              <a:rPr lang="en-US" sz="1000" b="1" dirty="0">
                <a:latin typeface="Cambria"/>
                <a:ea typeface="Cambria"/>
                <a:cs typeface="Arial"/>
              </a:rPr>
              <a:t>Justification:</a:t>
            </a:r>
            <a:endParaRPr lang="en-US" sz="1000" dirty="0">
              <a:latin typeface="Cambria"/>
              <a:ea typeface="Cambria"/>
              <a:cs typeface="Arial"/>
            </a:endParaRPr>
          </a:p>
          <a:p>
            <a:r>
              <a:rPr lang="en-US" sz="1000" dirty="0">
                <a:latin typeface="Cambria"/>
                <a:ea typeface="Cambria"/>
                <a:cs typeface="Arial"/>
              </a:rPr>
              <a:t>Logistic Regression was selected as the best model because:</a:t>
            </a:r>
            <a:endParaRPr lang="en-US" sz="1000">
              <a:latin typeface="Cambria"/>
              <a:ea typeface="Cambria"/>
              <a:cs typeface="Arial"/>
            </a:endParaRPr>
          </a:p>
          <a:p>
            <a:r>
              <a:rPr lang="en-US" sz="1000" dirty="0">
                <a:latin typeface="Cambria"/>
                <a:ea typeface="Cambria"/>
                <a:cs typeface="Arial"/>
              </a:rPr>
              <a:t>1. It achieved the </a:t>
            </a:r>
            <a:r>
              <a:rPr lang="en-US" sz="1000" b="1" dirty="0">
                <a:latin typeface="Cambria"/>
                <a:ea typeface="Cambria"/>
                <a:cs typeface="Arial"/>
              </a:rPr>
              <a:t>highest test accuracy (97.5%)</a:t>
            </a:r>
            <a:endParaRPr lang="en-US" sz="1000">
              <a:latin typeface="Cambria"/>
              <a:ea typeface="Cambria"/>
              <a:cs typeface="Arial"/>
            </a:endParaRPr>
          </a:p>
          <a:p>
            <a:r>
              <a:rPr lang="en-US" sz="1000" dirty="0">
                <a:latin typeface="Cambria"/>
                <a:ea typeface="Cambria"/>
                <a:cs typeface="Arial"/>
              </a:rPr>
              <a:t>2. It had the </a:t>
            </a:r>
            <a:r>
              <a:rPr lang="en-US" sz="1000" b="1" dirty="0">
                <a:latin typeface="Cambria"/>
                <a:ea typeface="Cambria"/>
                <a:cs typeface="Arial"/>
              </a:rPr>
              <a:t>lowest error percentage (2.5%)</a:t>
            </a:r>
            <a:endParaRPr lang="en-US" sz="1000">
              <a:latin typeface="Cambria"/>
              <a:ea typeface="Cambria"/>
              <a:cs typeface="Arial"/>
            </a:endParaRPr>
          </a:p>
          <a:p>
            <a:r>
              <a:rPr lang="en-US" sz="1000" dirty="0">
                <a:latin typeface="Cambria"/>
                <a:ea typeface="Cambria"/>
                <a:cs typeface="Arial"/>
              </a:rPr>
              <a:t>3. It showed </a:t>
            </a:r>
            <a:r>
              <a:rPr lang="en-US" sz="1000" b="1" dirty="0">
                <a:latin typeface="Cambria"/>
                <a:ea typeface="Cambria"/>
                <a:cs typeface="Arial"/>
              </a:rPr>
              <a:t>consistent performance across all classes</a:t>
            </a:r>
            <a:endParaRPr lang="en-US" sz="1000">
              <a:latin typeface="Cambria"/>
              <a:ea typeface="Cambria"/>
              <a:cs typeface="Arial"/>
            </a:endParaRPr>
          </a:p>
          <a:p>
            <a:r>
              <a:rPr lang="en-US" sz="1000" dirty="0">
                <a:latin typeface="Cambria"/>
                <a:ea typeface="Cambria"/>
                <a:cs typeface="Arial"/>
              </a:rPr>
              <a:t>4. Precision, recall, and F1-score were uniformly high</a:t>
            </a:r>
            <a:endParaRPr lang="en-US" sz="1000">
              <a:latin typeface="Cambria"/>
              <a:ea typeface="Cambria"/>
              <a:cs typeface="Arial"/>
            </a:endParaRPr>
          </a:p>
          <a:p>
            <a:r>
              <a:rPr lang="en-US" sz="1000" dirty="0">
                <a:latin typeface="Cambria"/>
                <a:ea typeface="Cambria"/>
                <a:cs typeface="Arial"/>
              </a:rPr>
              <a:t>5. The confusion matrix showed minimal misclassification</a:t>
            </a:r>
            <a:endParaRPr lang="en-US" sz="1000">
              <a:latin typeface="Cambria"/>
              <a:ea typeface="Cambria"/>
              <a:cs typeface="Arial"/>
            </a:endParaRPr>
          </a:p>
          <a:p>
            <a:r>
              <a:rPr lang="en-US" sz="1000" dirty="0">
                <a:latin typeface="Cambria"/>
                <a:ea typeface="Cambria"/>
                <a:cs typeface="Arial"/>
              </a:rPr>
              <a:t>6. The model generalized well during cross-validation</a:t>
            </a:r>
            <a:endParaRPr lang="en-US" sz="1000">
              <a:latin typeface="Cambria"/>
              <a:ea typeface="Cambria"/>
              <a:cs typeface="Arial"/>
            </a:endParaRPr>
          </a:p>
          <a:p>
            <a:r>
              <a:rPr lang="en-US" sz="1000" dirty="0">
                <a:latin typeface="Cambria"/>
                <a:ea typeface="Cambria"/>
                <a:cs typeface="Arial"/>
              </a:rPr>
              <a:t>7. It is computationally efficient and easy to interpret</a:t>
            </a:r>
            <a:endParaRPr lang="en-GB" dirty="0"/>
          </a:p>
          <a:p>
            <a:endParaRPr lang="en-GB" sz="800" dirty="0">
              <a:cs typeface="Arial"/>
            </a:endParaRPr>
          </a:p>
        </p:txBody>
      </p:sp>
      <p:pic>
        <p:nvPicPr>
          <p:cNvPr id="3" name="Picture 2" descr="A green and black sign&#10;&#10;AI-generated content may be incorrect.">
            <a:extLst>
              <a:ext uri="{FF2B5EF4-FFF2-40B4-BE49-F238E27FC236}">
                <a16:creationId xmlns:a16="http://schemas.microsoft.com/office/drawing/2014/main" id="{8027794B-F435-E90B-E00A-C88FC5619114}"/>
              </a:ext>
            </a:extLst>
          </p:cNvPr>
          <p:cNvPicPr>
            <a:picLocks noChangeAspect="1"/>
          </p:cNvPicPr>
          <p:nvPr/>
        </p:nvPicPr>
        <p:blipFill>
          <a:blip r:embed="rId2"/>
          <a:stretch>
            <a:fillRect/>
          </a:stretch>
        </p:blipFill>
        <p:spPr>
          <a:xfrm>
            <a:off x="50222" y="68406"/>
            <a:ext cx="789277" cy="248949"/>
          </a:xfrm>
          <a:prstGeom prst="rect">
            <a:avLst/>
          </a:prstGeom>
        </p:spPr>
      </p:pic>
    </p:spTree>
    <p:extLst>
      <p:ext uri="{BB962C8B-B14F-4D97-AF65-F5344CB8AC3E}">
        <p14:creationId xmlns:p14="http://schemas.microsoft.com/office/powerpoint/2010/main" val="14842998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742E8-C782-59BC-CCA3-31D063E0C3D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7C8E5CE-1586-EA64-E34A-5C42A5A32453}"/>
              </a:ext>
            </a:extLst>
          </p:cNvPr>
          <p:cNvSpPr txBox="1"/>
          <p:nvPr/>
        </p:nvSpPr>
        <p:spPr>
          <a:xfrm>
            <a:off x="834605" y="477687"/>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dirty="0">
                <a:cs typeface="Arial"/>
              </a:rPr>
              <a:t>Flow Chart Of Team </a:t>
            </a:r>
            <a:r>
              <a:rPr lang="en-GB" sz="3600">
                <a:cs typeface="Arial"/>
              </a:rPr>
              <a:t>Coordination</a:t>
            </a:r>
            <a:endParaRPr lang="en-GB" sz="3600" dirty="0">
              <a:cs typeface="Arial"/>
            </a:endParaRPr>
          </a:p>
        </p:txBody>
      </p:sp>
      <p:cxnSp>
        <p:nvCxnSpPr>
          <p:cNvPr id="8" name="Straight Arrow Connector 7">
            <a:extLst>
              <a:ext uri="{FF2B5EF4-FFF2-40B4-BE49-F238E27FC236}">
                <a16:creationId xmlns:a16="http://schemas.microsoft.com/office/drawing/2014/main" id="{A298CF0C-327B-E02D-A199-14D22E9AD0AD}"/>
              </a:ext>
            </a:extLst>
          </p:cNvPr>
          <p:cNvCxnSpPr/>
          <p:nvPr/>
        </p:nvCxnSpPr>
        <p:spPr>
          <a:xfrm>
            <a:off x="935831" y="1050130"/>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3C3018B-3013-7E92-B6F7-2802ADDA81D3}"/>
              </a:ext>
            </a:extLst>
          </p:cNvPr>
          <p:cNvGrpSpPr/>
          <p:nvPr/>
        </p:nvGrpSpPr>
        <p:grpSpPr>
          <a:xfrm>
            <a:off x="4898016" y="1321593"/>
            <a:ext cx="3314047" cy="615553"/>
            <a:chOff x="4898016" y="1321593"/>
            <a:chExt cx="3314047" cy="615553"/>
          </a:xfrm>
        </p:grpSpPr>
        <p:sp>
          <p:nvSpPr>
            <p:cNvPr id="10" name="TextBox 9">
              <a:extLst>
                <a:ext uri="{FF2B5EF4-FFF2-40B4-BE49-F238E27FC236}">
                  <a16:creationId xmlns:a16="http://schemas.microsoft.com/office/drawing/2014/main" id="{D1EC3B51-EE8E-2A5B-8280-EF8B02E33CCE}"/>
                </a:ext>
              </a:extLst>
            </p:cNvPr>
            <p:cNvSpPr txBox="1"/>
            <p:nvPr/>
          </p:nvSpPr>
          <p:spPr>
            <a:xfrm>
              <a:off x="5182464" y="1321593"/>
              <a:ext cx="3029599" cy="61555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cs typeface="Arial"/>
                </a:rPr>
                <a:t>Yash Pratap Singh Thakur</a:t>
              </a:r>
            </a:p>
            <a:p>
              <a:r>
                <a:rPr lang="en-GB" sz="1000">
                  <a:latin typeface="Times New Roman"/>
                  <a:cs typeface="Times New Roman"/>
                </a:rPr>
                <a:t>Coder / ML Model Implementation </a:t>
              </a:r>
              <a:r>
                <a:rPr lang="en-GB" sz="1600">
                  <a:solidFill>
                    <a:srgbClr val="000000"/>
                  </a:solidFill>
                  <a:latin typeface="Times New Roman"/>
                  <a:cs typeface="Times New Roman"/>
                </a:rPr>
                <a:t> </a:t>
              </a:r>
              <a:endParaRPr lang="en-GB">
                <a:cs typeface="Arial"/>
              </a:endParaRPr>
            </a:p>
          </p:txBody>
        </p:sp>
        <p:pic>
          <p:nvPicPr>
            <p:cNvPr id="11" name="Graphic 10" descr="Laptop with solid fill">
              <a:extLst>
                <a:ext uri="{FF2B5EF4-FFF2-40B4-BE49-F238E27FC236}">
                  <a16:creationId xmlns:a16="http://schemas.microsoft.com/office/drawing/2014/main" id="{796C9D5F-622C-B2BA-75F7-26EA001D9A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4898016" y="1378743"/>
              <a:ext cx="228598" cy="264969"/>
            </a:xfrm>
            <a:prstGeom prst="rect">
              <a:avLst/>
            </a:prstGeom>
          </p:spPr>
        </p:pic>
      </p:grpSp>
      <p:grpSp>
        <p:nvGrpSpPr>
          <p:cNvPr id="3" name="Group 2">
            <a:extLst>
              <a:ext uri="{FF2B5EF4-FFF2-40B4-BE49-F238E27FC236}">
                <a16:creationId xmlns:a16="http://schemas.microsoft.com/office/drawing/2014/main" id="{625CD9E4-87C0-2E9D-1D1B-BA8F8B7EC000}"/>
              </a:ext>
            </a:extLst>
          </p:cNvPr>
          <p:cNvGrpSpPr/>
          <p:nvPr/>
        </p:nvGrpSpPr>
        <p:grpSpPr>
          <a:xfrm>
            <a:off x="4899316" y="2654225"/>
            <a:ext cx="2198322" cy="615553"/>
            <a:chOff x="5092197" y="2536678"/>
            <a:chExt cx="2198322" cy="615553"/>
          </a:xfrm>
        </p:grpSpPr>
        <p:sp>
          <p:nvSpPr>
            <p:cNvPr id="14" name="TextBox 13">
              <a:extLst>
                <a:ext uri="{FF2B5EF4-FFF2-40B4-BE49-F238E27FC236}">
                  <a16:creationId xmlns:a16="http://schemas.microsoft.com/office/drawing/2014/main" id="{76880B4E-AB28-89BF-E999-D00168B12794}"/>
                </a:ext>
              </a:extLst>
            </p:cNvPr>
            <p:cNvSpPr txBox="1"/>
            <p:nvPr/>
          </p:nvSpPr>
          <p:spPr>
            <a:xfrm>
              <a:off x="5409764" y="2536678"/>
              <a:ext cx="1880755" cy="61555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cs typeface="Arial"/>
                </a:rPr>
                <a:t>Hrishabh Jagtap</a:t>
              </a:r>
            </a:p>
            <a:p>
              <a:r>
                <a:rPr lang="en-GB" sz="1000" dirty="0">
                  <a:latin typeface="Times New Roman"/>
                  <a:cs typeface="Times New Roman"/>
                </a:rPr>
                <a:t>Model Evaluation &amp; Testing </a:t>
              </a:r>
              <a:r>
                <a:rPr lang="en-GB" sz="1600" dirty="0">
                  <a:solidFill>
                    <a:srgbClr val="000000"/>
                  </a:solidFill>
                  <a:latin typeface="Times New Roman"/>
                  <a:cs typeface="Times New Roman"/>
                </a:rPr>
                <a:t> </a:t>
              </a:r>
              <a:endParaRPr lang="en-GB" dirty="0">
                <a:cs typeface="Arial"/>
              </a:endParaRPr>
            </a:p>
          </p:txBody>
        </p:sp>
        <p:pic>
          <p:nvPicPr>
            <p:cNvPr id="15" name="Graphic 5" descr="Bar graph with upward trend with solid fill">
              <a:extLst>
                <a:ext uri="{FF2B5EF4-FFF2-40B4-BE49-F238E27FC236}">
                  <a16:creationId xmlns:a16="http://schemas.microsoft.com/office/drawing/2014/main" id="{F2C3BE7D-8AB0-C7B0-14EB-66B627E6FA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92197" y="2579543"/>
              <a:ext cx="316922" cy="264969"/>
            </a:xfrm>
            <a:prstGeom prst="rect">
              <a:avLst/>
            </a:prstGeom>
          </p:spPr>
        </p:pic>
      </p:grpSp>
      <p:grpSp>
        <p:nvGrpSpPr>
          <p:cNvPr id="4" name="Group 3">
            <a:extLst>
              <a:ext uri="{FF2B5EF4-FFF2-40B4-BE49-F238E27FC236}">
                <a16:creationId xmlns:a16="http://schemas.microsoft.com/office/drawing/2014/main" id="{21A7549B-7659-9A6C-3D32-65CF8044D882}"/>
              </a:ext>
            </a:extLst>
          </p:cNvPr>
          <p:cNvGrpSpPr/>
          <p:nvPr/>
        </p:nvGrpSpPr>
        <p:grpSpPr>
          <a:xfrm>
            <a:off x="184436" y="1279378"/>
            <a:ext cx="2419132" cy="615553"/>
            <a:chOff x="184436" y="1279378"/>
            <a:chExt cx="2419132" cy="615553"/>
          </a:xfrm>
        </p:grpSpPr>
        <p:sp>
          <p:nvSpPr>
            <p:cNvPr id="18" name="TextBox 17">
              <a:extLst>
                <a:ext uri="{FF2B5EF4-FFF2-40B4-BE49-F238E27FC236}">
                  <a16:creationId xmlns:a16="http://schemas.microsoft.com/office/drawing/2014/main" id="{F6C21D18-26F3-FD81-0E3A-9614A0AA9ABE}"/>
                </a:ext>
              </a:extLst>
            </p:cNvPr>
            <p:cNvSpPr txBox="1"/>
            <p:nvPr/>
          </p:nvSpPr>
          <p:spPr>
            <a:xfrm>
              <a:off x="487069" y="1279378"/>
              <a:ext cx="2116499" cy="61555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Arial"/>
                  <a:cs typeface="Arial"/>
                </a:rPr>
                <a:t>Chandan Rajput</a:t>
              </a:r>
            </a:p>
            <a:p>
              <a:endParaRPr lang="en-GB" sz="600" dirty="0">
                <a:latin typeface="Arial"/>
                <a:cs typeface="Arial"/>
              </a:endParaRPr>
            </a:p>
            <a:p>
              <a:r>
                <a:rPr lang="en-GB" sz="1000" dirty="0">
                  <a:latin typeface="Times New Roman"/>
                  <a:cs typeface="Times New Roman"/>
                </a:rPr>
                <a:t>Data Collection</a:t>
              </a:r>
              <a:endParaRPr lang="en-GB" sz="1000" dirty="0">
                <a:cs typeface="Arial"/>
              </a:endParaRPr>
            </a:p>
          </p:txBody>
        </p:sp>
        <p:pic>
          <p:nvPicPr>
            <p:cNvPr id="19" name="Graphic 6" descr="Database with solid fill">
              <a:extLst>
                <a:ext uri="{FF2B5EF4-FFF2-40B4-BE49-F238E27FC236}">
                  <a16:creationId xmlns:a16="http://schemas.microsoft.com/office/drawing/2014/main" id="{41262D07-9903-7A42-5FBA-7096068DF13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4436" y="1350815"/>
              <a:ext cx="303934" cy="264970"/>
            </a:xfrm>
            <a:prstGeom prst="rect">
              <a:avLst/>
            </a:prstGeom>
          </p:spPr>
        </p:pic>
      </p:grpSp>
      <p:grpSp>
        <p:nvGrpSpPr>
          <p:cNvPr id="28" name="Group 27">
            <a:extLst>
              <a:ext uri="{FF2B5EF4-FFF2-40B4-BE49-F238E27FC236}">
                <a16:creationId xmlns:a16="http://schemas.microsoft.com/office/drawing/2014/main" id="{E167C9DC-984D-0B88-80F7-6E7CD47C42D7}"/>
              </a:ext>
            </a:extLst>
          </p:cNvPr>
          <p:cNvGrpSpPr/>
          <p:nvPr/>
        </p:nvGrpSpPr>
        <p:grpSpPr>
          <a:xfrm>
            <a:off x="184437" y="2645784"/>
            <a:ext cx="2441862" cy="615553"/>
            <a:chOff x="4270663" y="1420955"/>
            <a:chExt cx="2441862" cy="615553"/>
          </a:xfrm>
        </p:grpSpPr>
        <p:pic>
          <p:nvPicPr>
            <p:cNvPr id="26" name="Graphic 4" descr="Document with solid fill">
              <a:extLst>
                <a:ext uri="{FF2B5EF4-FFF2-40B4-BE49-F238E27FC236}">
                  <a16:creationId xmlns:a16="http://schemas.microsoft.com/office/drawing/2014/main" id="{73E2E9DD-0A51-38ED-490B-02AAFB22376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270663" y="1471614"/>
              <a:ext cx="303934" cy="264969"/>
            </a:xfrm>
            <a:prstGeom prst="rect">
              <a:avLst/>
            </a:prstGeom>
          </p:spPr>
        </p:pic>
        <p:sp>
          <p:nvSpPr>
            <p:cNvPr id="27" name="TextBox 26">
              <a:extLst>
                <a:ext uri="{FF2B5EF4-FFF2-40B4-BE49-F238E27FC236}">
                  <a16:creationId xmlns:a16="http://schemas.microsoft.com/office/drawing/2014/main" id="{1F799B32-13E7-D24E-E3B2-92321106DC4C}"/>
                </a:ext>
              </a:extLst>
            </p:cNvPr>
            <p:cNvSpPr txBox="1"/>
            <p:nvPr/>
          </p:nvSpPr>
          <p:spPr>
            <a:xfrm>
              <a:off x="4568750" y="1420955"/>
              <a:ext cx="2143775" cy="61555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cs typeface="Arial"/>
                </a:rPr>
                <a:t>Palak Machhiwal</a:t>
              </a:r>
              <a:endParaRPr lang="en-US" dirty="0"/>
            </a:p>
            <a:p>
              <a:r>
                <a:rPr lang="en-GB" sz="1000" dirty="0">
                  <a:latin typeface="Times New Roman"/>
                  <a:cs typeface="Times New Roman"/>
                </a:rPr>
                <a:t>Report Writing &amp; Documentation  </a:t>
              </a:r>
              <a:r>
                <a:rPr lang="en-GB" sz="1600" dirty="0">
                  <a:solidFill>
                    <a:srgbClr val="000000"/>
                  </a:solidFill>
                  <a:latin typeface="Times New Roman"/>
                  <a:cs typeface="Times New Roman"/>
                </a:rPr>
                <a:t> </a:t>
              </a:r>
              <a:endParaRPr lang="en-GB" dirty="0">
                <a:cs typeface="Arial"/>
              </a:endParaRPr>
            </a:p>
          </p:txBody>
        </p:sp>
      </p:grpSp>
      <p:pic>
        <p:nvPicPr>
          <p:cNvPr id="30" name="Picture 29" descr="A green and black sign&#10;&#10;AI-generated content may be incorrect.">
            <a:extLst>
              <a:ext uri="{FF2B5EF4-FFF2-40B4-BE49-F238E27FC236}">
                <a16:creationId xmlns:a16="http://schemas.microsoft.com/office/drawing/2014/main" id="{586056EE-F003-EA6A-131D-43F6FCF2F2A2}"/>
              </a:ext>
            </a:extLst>
          </p:cNvPr>
          <p:cNvPicPr>
            <a:picLocks noChangeAspect="1"/>
          </p:cNvPicPr>
          <p:nvPr/>
        </p:nvPicPr>
        <p:blipFill>
          <a:blip r:embed="rId10"/>
          <a:stretch>
            <a:fillRect/>
          </a:stretch>
        </p:blipFill>
        <p:spPr>
          <a:xfrm>
            <a:off x="50222" y="68406"/>
            <a:ext cx="789277" cy="248949"/>
          </a:xfrm>
          <a:prstGeom prst="rect">
            <a:avLst/>
          </a:prstGeom>
        </p:spPr>
      </p:pic>
      <p:cxnSp>
        <p:nvCxnSpPr>
          <p:cNvPr id="32" name="Straight Arrow Connector 31">
            <a:extLst>
              <a:ext uri="{FF2B5EF4-FFF2-40B4-BE49-F238E27FC236}">
                <a16:creationId xmlns:a16="http://schemas.microsoft.com/office/drawing/2014/main" id="{A36ABF28-987A-0608-D2F2-241F27F2B46D}"/>
              </a:ext>
            </a:extLst>
          </p:cNvPr>
          <p:cNvCxnSpPr/>
          <p:nvPr/>
        </p:nvCxnSpPr>
        <p:spPr>
          <a:xfrm>
            <a:off x="5922168" y="1935955"/>
            <a:ext cx="7143" cy="70398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8F7E78F6-8128-20A5-0F60-7B979578ADD5}"/>
              </a:ext>
            </a:extLst>
          </p:cNvPr>
          <p:cNvCxnSpPr/>
          <p:nvPr/>
        </p:nvCxnSpPr>
        <p:spPr>
          <a:xfrm flipH="1">
            <a:off x="2623056" y="1684627"/>
            <a:ext cx="2214563" cy="1368350"/>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BF51BA69-55B0-A281-D265-6D9F2598071D}"/>
              </a:ext>
            </a:extLst>
          </p:cNvPr>
          <p:cNvCxnSpPr>
            <a:cxnSpLocks/>
          </p:cNvCxnSpPr>
          <p:nvPr/>
        </p:nvCxnSpPr>
        <p:spPr>
          <a:xfrm flipH="1">
            <a:off x="2629549" y="2986733"/>
            <a:ext cx="2301584" cy="188338"/>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48288E8-4923-C26B-2CD0-9326B4196328}"/>
              </a:ext>
            </a:extLst>
          </p:cNvPr>
          <p:cNvCxnSpPr/>
          <p:nvPr/>
        </p:nvCxnSpPr>
        <p:spPr>
          <a:xfrm>
            <a:off x="1576170" y="1942449"/>
            <a:ext cx="1" cy="6974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0399D71-92EC-CAED-20E6-E805E87BBE54}"/>
              </a:ext>
            </a:extLst>
          </p:cNvPr>
          <p:cNvCxnSpPr/>
          <p:nvPr/>
        </p:nvCxnSpPr>
        <p:spPr>
          <a:xfrm>
            <a:off x="2610067" y="1587859"/>
            <a:ext cx="2243136" cy="714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AFD637A-50D1-F48C-FD59-8A9983DD5B12}"/>
              </a:ext>
            </a:extLst>
          </p:cNvPr>
          <p:cNvSpPr txBox="1"/>
          <p:nvPr/>
        </p:nvSpPr>
        <p:spPr>
          <a:xfrm>
            <a:off x="3775795" y="2497715"/>
            <a:ext cx="1121569" cy="461665"/>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b="1" dirty="0">
                <a:cs typeface="Arial"/>
              </a:rPr>
              <a:t>Evaluation and Model Comparison Data</a:t>
            </a:r>
          </a:p>
        </p:txBody>
      </p:sp>
      <p:sp>
        <p:nvSpPr>
          <p:cNvPr id="46" name="TextBox 45">
            <a:extLst>
              <a:ext uri="{FF2B5EF4-FFF2-40B4-BE49-F238E27FC236}">
                <a16:creationId xmlns:a16="http://schemas.microsoft.com/office/drawing/2014/main" id="{B629F8BE-4E6F-8F3C-66FD-1487101648DD}"/>
              </a:ext>
            </a:extLst>
          </p:cNvPr>
          <p:cNvSpPr txBox="1"/>
          <p:nvPr/>
        </p:nvSpPr>
        <p:spPr>
          <a:xfrm>
            <a:off x="2692543" y="2652928"/>
            <a:ext cx="1000124" cy="33855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b="1" dirty="0">
                <a:cs typeface="Arial"/>
              </a:rPr>
              <a:t>Code and Output SS Data</a:t>
            </a:r>
          </a:p>
        </p:txBody>
      </p:sp>
      <p:sp>
        <p:nvSpPr>
          <p:cNvPr id="47" name="TextBox 46">
            <a:extLst>
              <a:ext uri="{FF2B5EF4-FFF2-40B4-BE49-F238E27FC236}">
                <a16:creationId xmlns:a16="http://schemas.microsoft.com/office/drawing/2014/main" id="{B6C965FE-5DB2-F44A-66DD-88294A513799}"/>
              </a:ext>
            </a:extLst>
          </p:cNvPr>
          <p:cNvSpPr txBox="1"/>
          <p:nvPr/>
        </p:nvSpPr>
        <p:spPr>
          <a:xfrm>
            <a:off x="3263396" y="1324191"/>
            <a:ext cx="621506" cy="21544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b="1" dirty="0">
                <a:cs typeface="Arial"/>
              </a:rPr>
              <a:t>Dataset </a:t>
            </a:r>
          </a:p>
        </p:txBody>
      </p:sp>
      <p:cxnSp>
        <p:nvCxnSpPr>
          <p:cNvPr id="49" name="Straight Arrow Connector 48">
            <a:extLst>
              <a:ext uri="{FF2B5EF4-FFF2-40B4-BE49-F238E27FC236}">
                <a16:creationId xmlns:a16="http://schemas.microsoft.com/office/drawing/2014/main" id="{ED5F0A4C-5E1B-CF4C-9E1A-E0AA2E95B78A}"/>
              </a:ext>
            </a:extLst>
          </p:cNvPr>
          <p:cNvCxnSpPr/>
          <p:nvPr/>
        </p:nvCxnSpPr>
        <p:spPr>
          <a:xfrm>
            <a:off x="7484053" y="1935956"/>
            <a:ext cx="14937" cy="2036616"/>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92C65B8C-2035-4125-253F-333CFD78FCFA}"/>
              </a:ext>
            </a:extLst>
          </p:cNvPr>
          <p:cNvCxnSpPr/>
          <p:nvPr/>
        </p:nvCxnSpPr>
        <p:spPr>
          <a:xfrm flipH="1" flipV="1">
            <a:off x="5218832" y="3974521"/>
            <a:ext cx="2239891" cy="13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34AA952E-1598-F45B-E8C7-6FBDEB155960}"/>
              </a:ext>
            </a:extLst>
          </p:cNvPr>
          <p:cNvSpPr txBox="1"/>
          <p:nvPr/>
        </p:nvSpPr>
        <p:spPr>
          <a:xfrm>
            <a:off x="7604846" y="2150269"/>
            <a:ext cx="864394" cy="21544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b="1" dirty="0">
                <a:cs typeface="Arial"/>
              </a:rPr>
              <a:t>Review PPT</a:t>
            </a:r>
          </a:p>
        </p:txBody>
      </p:sp>
      <p:cxnSp>
        <p:nvCxnSpPr>
          <p:cNvPr id="52" name="Straight Arrow Connector 51">
            <a:extLst>
              <a:ext uri="{FF2B5EF4-FFF2-40B4-BE49-F238E27FC236}">
                <a16:creationId xmlns:a16="http://schemas.microsoft.com/office/drawing/2014/main" id="{F5273246-C063-9038-2DD2-5E6D0436C40C}"/>
              </a:ext>
            </a:extLst>
          </p:cNvPr>
          <p:cNvCxnSpPr>
            <a:cxnSpLocks/>
          </p:cNvCxnSpPr>
          <p:nvPr/>
        </p:nvCxnSpPr>
        <p:spPr>
          <a:xfrm flipH="1" flipV="1">
            <a:off x="7559384" y="1909976"/>
            <a:ext cx="16236" cy="22860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566513CD-B068-C142-B1BD-04C1D20280BF}"/>
              </a:ext>
            </a:extLst>
          </p:cNvPr>
          <p:cNvCxnSpPr>
            <a:cxnSpLocks/>
          </p:cNvCxnSpPr>
          <p:nvPr/>
        </p:nvCxnSpPr>
        <p:spPr>
          <a:xfrm flipH="1">
            <a:off x="5205844" y="4208966"/>
            <a:ext cx="2387314" cy="7141"/>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89340406-77F1-D9FB-5027-A03B852EC8EE}"/>
              </a:ext>
            </a:extLst>
          </p:cNvPr>
          <p:cNvSpPr txBox="1"/>
          <p:nvPr/>
        </p:nvSpPr>
        <p:spPr>
          <a:xfrm>
            <a:off x="5525366" y="3717997"/>
            <a:ext cx="1450181" cy="21544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b="1" dirty="0">
                <a:cs typeface="Arial"/>
              </a:rPr>
              <a:t>Content Edit Suggestion</a:t>
            </a:r>
          </a:p>
        </p:txBody>
      </p:sp>
      <p:sp>
        <p:nvSpPr>
          <p:cNvPr id="55" name="TextBox 54">
            <a:extLst>
              <a:ext uri="{FF2B5EF4-FFF2-40B4-BE49-F238E27FC236}">
                <a16:creationId xmlns:a16="http://schemas.microsoft.com/office/drawing/2014/main" id="{D61F1639-478D-B5B4-A2D8-79536B860D82}"/>
              </a:ext>
            </a:extLst>
          </p:cNvPr>
          <p:cNvSpPr txBox="1"/>
          <p:nvPr/>
        </p:nvSpPr>
        <p:spPr>
          <a:xfrm>
            <a:off x="5965031" y="2043112"/>
            <a:ext cx="878680" cy="21544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b="1" dirty="0">
                <a:cs typeface="Arial"/>
              </a:rPr>
              <a:t>Code Output </a:t>
            </a:r>
          </a:p>
        </p:txBody>
      </p:sp>
      <p:grpSp>
        <p:nvGrpSpPr>
          <p:cNvPr id="33" name="Group 32">
            <a:extLst>
              <a:ext uri="{FF2B5EF4-FFF2-40B4-BE49-F238E27FC236}">
                <a16:creationId xmlns:a16="http://schemas.microsoft.com/office/drawing/2014/main" id="{9D3F6BDF-1D83-992B-5EF0-F45A4E98AB33}"/>
              </a:ext>
            </a:extLst>
          </p:cNvPr>
          <p:cNvGrpSpPr/>
          <p:nvPr/>
        </p:nvGrpSpPr>
        <p:grpSpPr>
          <a:xfrm>
            <a:off x="1546297" y="3868664"/>
            <a:ext cx="3656300" cy="615553"/>
            <a:chOff x="1546297" y="3868664"/>
            <a:chExt cx="3656300" cy="615553"/>
          </a:xfrm>
        </p:grpSpPr>
        <p:grpSp>
          <p:nvGrpSpPr>
            <p:cNvPr id="9" name="Group 8">
              <a:extLst>
                <a:ext uri="{FF2B5EF4-FFF2-40B4-BE49-F238E27FC236}">
                  <a16:creationId xmlns:a16="http://schemas.microsoft.com/office/drawing/2014/main" id="{58A45C5F-2654-845C-2D59-85F7E8DA7C0F}"/>
                </a:ext>
              </a:extLst>
            </p:cNvPr>
            <p:cNvGrpSpPr/>
            <p:nvPr/>
          </p:nvGrpSpPr>
          <p:grpSpPr>
            <a:xfrm>
              <a:off x="2918547" y="3868664"/>
              <a:ext cx="2284050" cy="615553"/>
              <a:chOff x="184439" y="3790732"/>
              <a:chExt cx="2284050" cy="615553"/>
            </a:xfrm>
          </p:grpSpPr>
          <p:sp>
            <p:nvSpPr>
              <p:cNvPr id="22" name="TextBox 21">
                <a:extLst>
                  <a:ext uri="{FF2B5EF4-FFF2-40B4-BE49-F238E27FC236}">
                    <a16:creationId xmlns:a16="http://schemas.microsoft.com/office/drawing/2014/main" id="{1D3F101F-6005-E327-3FA0-30A3D023B55B}"/>
                  </a:ext>
                </a:extLst>
              </p:cNvPr>
              <p:cNvSpPr txBox="1"/>
              <p:nvPr/>
            </p:nvSpPr>
            <p:spPr>
              <a:xfrm>
                <a:off x="502009" y="3790732"/>
                <a:ext cx="1966480" cy="615553"/>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cs typeface="Arial"/>
                  </a:rPr>
                  <a:t>Bhoomi Agrawal</a:t>
                </a:r>
              </a:p>
              <a:p>
                <a:r>
                  <a:rPr lang="en-GB" sz="1000" dirty="0">
                    <a:latin typeface="Times New Roman"/>
                    <a:cs typeface="Times New Roman"/>
                  </a:rPr>
                  <a:t>Presentation Designing </a:t>
                </a:r>
                <a:r>
                  <a:rPr lang="en-GB" sz="1600" dirty="0">
                    <a:solidFill>
                      <a:srgbClr val="000000"/>
                    </a:solidFill>
                    <a:latin typeface="Times New Roman"/>
                    <a:cs typeface="Times New Roman"/>
                  </a:rPr>
                  <a:t> </a:t>
                </a:r>
                <a:endParaRPr lang="en-GB" dirty="0">
                  <a:cs typeface="Arial"/>
                </a:endParaRPr>
              </a:p>
            </p:txBody>
          </p:sp>
          <p:pic>
            <p:nvPicPr>
              <p:cNvPr id="23" name="Graphic 7" descr="Easel with solid fill">
                <a:extLst>
                  <a:ext uri="{FF2B5EF4-FFF2-40B4-BE49-F238E27FC236}">
                    <a16:creationId xmlns:a16="http://schemas.microsoft.com/office/drawing/2014/main" id="{C519A760-0056-E7C8-7072-1864D1EB097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84439" y="3833600"/>
                <a:ext cx="316922" cy="264967"/>
              </a:xfrm>
              <a:prstGeom prst="rect">
                <a:avLst/>
              </a:prstGeom>
            </p:spPr>
          </p:pic>
        </p:grpSp>
        <p:sp>
          <p:nvSpPr>
            <p:cNvPr id="48" name="TextBox 47">
              <a:extLst>
                <a:ext uri="{FF2B5EF4-FFF2-40B4-BE49-F238E27FC236}">
                  <a16:creationId xmlns:a16="http://schemas.microsoft.com/office/drawing/2014/main" id="{64B9E16A-95C1-5C71-78C1-2BE3C82F903B}"/>
                </a:ext>
              </a:extLst>
            </p:cNvPr>
            <p:cNvSpPr txBox="1"/>
            <p:nvPr/>
          </p:nvSpPr>
          <p:spPr>
            <a:xfrm>
              <a:off x="1546297" y="3943999"/>
              <a:ext cx="792956" cy="215444"/>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b="1" dirty="0">
                  <a:cs typeface="Arial"/>
                </a:rPr>
                <a:t>PPT Content</a:t>
              </a:r>
            </a:p>
          </p:txBody>
        </p:sp>
        <p:cxnSp>
          <p:nvCxnSpPr>
            <p:cNvPr id="13" name="Connector: Elbow 12">
              <a:extLst>
                <a:ext uri="{FF2B5EF4-FFF2-40B4-BE49-F238E27FC236}">
                  <a16:creationId xmlns:a16="http://schemas.microsoft.com/office/drawing/2014/main" id="{9AA23D4B-45C8-5659-EAE0-D5228281C3B2}"/>
                </a:ext>
              </a:extLst>
            </p:cNvPr>
            <p:cNvCxnSpPr/>
            <p:nvPr/>
          </p:nvCxnSpPr>
          <p:spPr>
            <a:xfrm>
              <a:off x="1772949" y="3870611"/>
              <a:ext cx="1441737" cy="532537"/>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9" name="Straight Arrow Connector 28">
            <a:extLst>
              <a:ext uri="{FF2B5EF4-FFF2-40B4-BE49-F238E27FC236}">
                <a16:creationId xmlns:a16="http://schemas.microsoft.com/office/drawing/2014/main" id="{EE4088BF-9B58-D9B8-9EB4-FCE33CD99787}"/>
              </a:ext>
            </a:extLst>
          </p:cNvPr>
          <p:cNvCxnSpPr/>
          <p:nvPr/>
        </p:nvCxnSpPr>
        <p:spPr>
          <a:xfrm>
            <a:off x="1759959" y="3292617"/>
            <a:ext cx="7143" cy="577994"/>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70014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A4EC4EC-45BD-EF86-7B64-A50ED834B2D7}"/>
              </a:ext>
            </a:extLst>
          </p:cNvPr>
          <p:cNvSpPr txBox="1"/>
          <p:nvPr/>
        </p:nvSpPr>
        <p:spPr>
          <a:xfrm>
            <a:off x="1006055" y="634850"/>
            <a:ext cx="7036998" cy="6571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a:cs typeface="Arial"/>
              </a:rPr>
              <a:t>Credits</a:t>
            </a:r>
            <a:endParaRPr lang="en-US"/>
          </a:p>
        </p:txBody>
      </p:sp>
      <p:cxnSp>
        <p:nvCxnSpPr>
          <p:cNvPr id="10" name="Straight Arrow Connector 9">
            <a:extLst>
              <a:ext uri="{FF2B5EF4-FFF2-40B4-BE49-F238E27FC236}">
                <a16:creationId xmlns:a16="http://schemas.microsoft.com/office/drawing/2014/main" id="{C8D0CB99-E2E8-26DC-1136-7BA68589D4B3}"/>
              </a:ext>
            </a:extLst>
          </p:cNvPr>
          <p:cNvCxnSpPr/>
          <p:nvPr/>
        </p:nvCxnSpPr>
        <p:spPr>
          <a:xfrm>
            <a:off x="1014412" y="1200149"/>
            <a:ext cx="6572250" cy="14287"/>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FEB31DE7-BF1B-6FC2-36D4-3C6F13009C7F}"/>
              </a:ext>
            </a:extLst>
          </p:cNvPr>
          <p:cNvGrpSpPr/>
          <p:nvPr/>
        </p:nvGrpSpPr>
        <p:grpSpPr>
          <a:xfrm>
            <a:off x="768929" y="1414462"/>
            <a:ext cx="3399772" cy="615553"/>
            <a:chOff x="768929" y="1414462"/>
            <a:chExt cx="3399772" cy="615553"/>
          </a:xfrm>
        </p:grpSpPr>
        <p:sp>
          <p:nvSpPr>
            <p:cNvPr id="11" name="TextBox 10">
              <a:extLst>
                <a:ext uri="{FF2B5EF4-FFF2-40B4-BE49-F238E27FC236}">
                  <a16:creationId xmlns:a16="http://schemas.microsoft.com/office/drawing/2014/main" id="{5525DBAB-9EDA-16B1-7E11-DD4A5A1A87C1}"/>
                </a:ext>
              </a:extLst>
            </p:cNvPr>
            <p:cNvSpPr txBox="1"/>
            <p:nvPr/>
          </p:nvSpPr>
          <p:spPr>
            <a:xfrm>
              <a:off x="1003371" y="1414462"/>
              <a:ext cx="316533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cs typeface="Arial"/>
                </a:rPr>
                <a:t>Yash Pratap Singh Thakur</a:t>
              </a:r>
            </a:p>
            <a:p>
              <a:r>
                <a:rPr lang="en-GB" sz="1000">
                  <a:latin typeface="Times New Roman"/>
                  <a:cs typeface="Times New Roman"/>
                </a:rPr>
                <a:t>Coder / ML Model Implementation </a:t>
              </a:r>
              <a:r>
                <a:rPr lang="en-GB" sz="1600">
                  <a:solidFill>
                    <a:srgbClr val="000000"/>
                  </a:solidFill>
                  <a:latin typeface="Times New Roman"/>
                  <a:cs typeface="Times New Roman"/>
                </a:rPr>
                <a:t> </a:t>
              </a:r>
              <a:endParaRPr lang="en-GB">
                <a:cs typeface="Arial"/>
              </a:endParaRPr>
            </a:p>
          </p:txBody>
        </p:sp>
        <p:pic>
          <p:nvPicPr>
            <p:cNvPr id="17" name="Graphic 16" descr="Laptop with solid fill">
              <a:extLst>
                <a:ext uri="{FF2B5EF4-FFF2-40B4-BE49-F238E27FC236}">
                  <a16:creationId xmlns:a16="http://schemas.microsoft.com/office/drawing/2014/main" id="{F03DEAF7-655E-7D40-9648-78A415DB2B0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768929" y="1471612"/>
              <a:ext cx="228598" cy="264969"/>
            </a:xfrm>
            <a:prstGeom prst="rect">
              <a:avLst/>
            </a:prstGeom>
          </p:spPr>
        </p:pic>
      </p:grpSp>
      <p:grpSp>
        <p:nvGrpSpPr>
          <p:cNvPr id="5" name="Group 4">
            <a:extLst>
              <a:ext uri="{FF2B5EF4-FFF2-40B4-BE49-F238E27FC236}">
                <a16:creationId xmlns:a16="http://schemas.microsoft.com/office/drawing/2014/main" id="{DA8F4FCA-5CC2-A211-5D14-8EEAA5CF43D9}"/>
              </a:ext>
            </a:extLst>
          </p:cNvPr>
          <p:cNvGrpSpPr/>
          <p:nvPr/>
        </p:nvGrpSpPr>
        <p:grpSpPr>
          <a:xfrm>
            <a:off x="770229" y="2336654"/>
            <a:ext cx="3398472" cy="892552"/>
            <a:chOff x="770229" y="2336654"/>
            <a:chExt cx="3398472" cy="892552"/>
          </a:xfrm>
        </p:grpSpPr>
        <p:sp>
          <p:nvSpPr>
            <p:cNvPr id="13" name="TextBox 12">
              <a:extLst>
                <a:ext uri="{FF2B5EF4-FFF2-40B4-BE49-F238E27FC236}">
                  <a16:creationId xmlns:a16="http://schemas.microsoft.com/office/drawing/2014/main" id="{D6938FFC-CB5D-82F4-4497-171B09A8701D}"/>
                </a:ext>
              </a:extLst>
            </p:cNvPr>
            <p:cNvSpPr txBox="1"/>
            <p:nvPr/>
          </p:nvSpPr>
          <p:spPr>
            <a:xfrm>
              <a:off x="1016359" y="2336654"/>
              <a:ext cx="3152342"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cs typeface="Arial"/>
                </a:rPr>
                <a:t>Hrishabh Jagtap</a:t>
              </a:r>
            </a:p>
            <a:p>
              <a:r>
                <a:rPr lang="en-GB" sz="1000" dirty="0">
                  <a:latin typeface="Times New Roman"/>
                  <a:cs typeface="Times New Roman"/>
                </a:rPr>
                <a:t>Model Evaluation &amp; Testing </a:t>
              </a:r>
              <a:r>
                <a:rPr lang="en-GB" sz="1600" dirty="0">
                  <a:solidFill>
                    <a:srgbClr val="000000"/>
                  </a:solidFill>
                  <a:latin typeface="Times New Roman"/>
                  <a:cs typeface="Times New Roman"/>
                </a:rPr>
                <a:t> </a:t>
              </a:r>
              <a:endParaRPr lang="en-GB" dirty="0">
                <a:cs typeface="Arial"/>
              </a:endParaRPr>
            </a:p>
            <a:p>
              <a:endParaRPr lang="en-GB">
                <a:cs typeface="Arial"/>
              </a:endParaRPr>
            </a:p>
          </p:txBody>
        </p:sp>
        <p:pic>
          <p:nvPicPr>
            <p:cNvPr id="19" name="Graphic 5" descr="Bar graph with upward trend with solid fill">
              <a:extLst>
                <a:ext uri="{FF2B5EF4-FFF2-40B4-BE49-F238E27FC236}">
                  <a16:creationId xmlns:a16="http://schemas.microsoft.com/office/drawing/2014/main" id="{7BDB32E5-31A9-EB80-6DEF-3D9FEA8F8F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0229" y="2393806"/>
              <a:ext cx="316922" cy="264969"/>
            </a:xfrm>
            <a:prstGeom prst="rect">
              <a:avLst/>
            </a:prstGeom>
          </p:spPr>
        </p:pic>
      </p:grpSp>
      <p:grpSp>
        <p:nvGrpSpPr>
          <p:cNvPr id="3" name="Group 2">
            <a:extLst>
              <a:ext uri="{FF2B5EF4-FFF2-40B4-BE49-F238E27FC236}">
                <a16:creationId xmlns:a16="http://schemas.microsoft.com/office/drawing/2014/main" id="{DC7BFF53-0675-57CB-BF0F-02AF8AD2F9D3}"/>
              </a:ext>
            </a:extLst>
          </p:cNvPr>
          <p:cNvGrpSpPr/>
          <p:nvPr/>
        </p:nvGrpSpPr>
        <p:grpSpPr>
          <a:xfrm>
            <a:off x="4270663" y="2336654"/>
            <a:ext cx="3404969" cy="646331"/>
            <a:chOff x="4270663" y="2336654"/>
            <a:chExt cx="3404969" cy="646331"/>
          </a:xfrm>
        </p:grpSpPr>
        <p:sp>
          <p:nvSpPr>
            <p:cNvPr id="14" name="TextBox 13">
              <a:extLst>
                <a:ext uri="{FF2B5EF4-FFF2-40B4-BE49-F238E27FC236}">
                  <a16:creationId xmlns:a16="http://schemas.microsoft.com/office/drawing/2014/main" id="{550A9F35-D073-4BAF-9585-B12C016F4B53}"/>
                </a:ext>
              </a:extLst>
            </p:cNvPr>
            <p:cNvSpPr txBox="1"/>
            <p:nvPr/>
          </p:nvSpPr>
          <p:spPr>
            <a:xfrm>
              <a:off x="4523290" y="2336654"/>
              <a:ext cx="315234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Arial"/>
                  <a:cs typeface="Arial"/>
                </a:rPr>
                <a:t>Chandan Rajput</a:t>
              </a:r>
            </a:p>
            <a:p>
              <a:endParaRPr lang="en-GB" sz="800">
                <a:latin typeface="Arial"/>
                <a:cs typeface="Arial"/>
              </a:endParaRPr>
            </a:p>
            <a:p>
              <a:r>
                <a:rPr lang="en-GB" sz="1000" dirty="0">
                  <a:latin typeface="Times New Roman"/>
                  <a:cs typeface="Times New Roman"/>
                </a:rPr>
                <a:t>Data Collection</a:t>
              </a:r>
              <a:endParaRPr lang="en-GB" sz="1000" dirty="0">
                <a:cs typeface="Arial"/>
              </a:endParaRPr>
            </a:p>
          </p:txBody>
        </p:sp>
        <p:pic>
          <p:nvPicPr>
            <p:cNvPr id="20" name="Graphic 6" descr="Database with solid fill">
              <a:extLst>
                <a:ext uri="{FF2B5EF4-FFF2-40B4-BE49-F238E27FC236}">
                  <a16:creationId xmlns:a16="http://schemas.microsoft.com/office/drawing/2014/main" id="{C0376BEF-FEEE-BF81-997B-90894FA1F0D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70663" y="2393803"/>
              <a:ext cx="303934" cy="264970"/>
            </a:xfrm>
            <a:prstGeom prst="rect">
              <a:avLst/>
            </a:prstGeom>
          </p:spPr>
        </p:pic>
      </p:grpSp>
      <p:grpSp>
        <p:nvGrpSpPr>
          <p:cNvPr id="4" name="Group 3">
            <a:extLst>
              <a:ext uri="{FF2B5EF4-FFF2-40B4-BE49-F238E27FC236}">
                <a16:creationId xmlns:a16="http://schemas.microsoft.com/office/drawing/2014/main" id="{85E79FA4-5C59-E1C9-7EE5-394D24D81211}"/>
              </a:ext>
            </a:extLst>
          </p:cNvPr>
          <p:cNvGrpSpPr/>
          <p:nvPr/>
        </p:nvGrpSpPr>
        <p:grpSpPr>
          <a:xfrm>
            <a:off x="770227" y="3297813"/>
            <a:ext cx="3398474" cy="1169551"/>
            <a:chOff x="770227" y="3297813"/>
            <a:chExt cx="3398474" cy="1169551"/>
          </a:xfrm>
        </p:grpSpPr>
        <p:sp>
          <p:nvSpPr>
            <p:cNvPr id="15" name="TextBox 14">
              <a:extLst>
                <a:ext uri="{FF2B5EF4-FFF2-40B4-BE49-F238E27FC236}">
                  <a16:creationId xmlns:a16="http://schemas.microsoft.com/office/drawing/2014/main" id="{B070EF1C-AAB7-8115-D78A-25C83112E858}"/>
                </a:ext>
              </a:extLst>
            </p:cNvPr>
            <p:cNvSpPr txBox="1"/>
            <p:nvPr/>
          </p:nvSpPr>
          <p:spPr>
            <a:xfrm>
              <a:off x="1016359" y="3297813"/>
              <a:ext cx="3152342"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cs typeface="Arial"/>
                </a:rPr>
                <a:t>Bhoomi Agrawal</a:t>
              </a:r>
            </a:p>
            <a:p>
              <a:r>
                <a:rPr lang="en-GB" sz="1000">
                  <a:latin typeface="Times New Roman"/>
                  <a:cs typeface="Times New Roman"/>
                </a:rPr>
                <a:t>Presentation Designing </a:t>
              </a:r>
              <a:r>
                <a:rPr lang="en-GB" sz="1600">
                  <a:solidFill>
                    <a:srgbClr val="000000"/>
                  </a:solidFill>
                  <a:latin typeface="Times New Roman"/>
                  <a:cs typeface="Times New Roman"/>
                </a:rPr>
                <a:t> </a:t>
              </a:r>
              <a:endParaRPr lang="en-GB">
                <a:cs typeface="Arial"/>
              </a:endParaRPr>
            </a:p>
            <a:p>
              <a:endParaRPr lang="en-GB">
                <a:cs typeface="Arial"/>
              </a:endParaRPr>
            </a:p>
            <a:p>
              <a:endParaRPr lang="en-GB">
                <a:cs typeface="Arial"/>
              </a:endParaRPr>
            </a:p>
          </p:txBody>
        </p:sp>
        <p:pic>
          <p:nvPicPr>
            <p:cNvPr id="21" name="Graphic 7" descr="Easel with solid fill">
              <a:extLst>
                <a:ext uri="{FF2B5EF4-FFF2-40B4-BE49-F238E27FC236}">
                  <a16:creationId xmlns:a16="http://schemas.microsoft.com/office/drawing/2014/main" id="{A49D9C67-5BE0-C493-BE8D-2C9D426647B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0227" y="3354968"/>
              <a:ext cx="316922" cy="264967"/>
            </a:xfrm>
            <a:prstGeom prst="rect">
              <a:avLst/>
            </a:prstGeom>
          </p:spPr>
        </p:pic>
      </p:grpSp>
      <p:grpSp>
        <p:nvGrpSpPr>
          <p:cNvPr id="2" name="Group 1">
            <a:extLst>
              <a:ext uri="{FF2B5EF4-FFF2-40B4-BE49-F238E27FC236}">
                <a16:creationId xmlns:a16="http://schemas.microsoft.com/office/drawing/2014/main" id="{C8BF06D8-DF36-8738-5721-7458AC38EBC4}"/>
              </a:ext>
            </a:extLst>
          </p:cNvPr>
          <p:cNvGrpSpPr/>
          <p:nvPr/>
        </p:nvGrpSpPr>
        <p:grpSpPr>
          <a:xfrm>
            <a:off x="4270663" y="1420955"/>
            <a:ext cx="3463417" cy="615553"/>
            <a:chOff x="4270663" y="1420955"/>
            <a:chExt cx="3463417" cy="615553"/>
          </a:xfrm>
        </p:grpSpPr>
        <p:pic>
          <p:nvPicPr>
            <p:cNvPr id="18" name="Graphic 4" descr="Document with solid fill">
              <a:extLst>
                <a:ext uri="{FF2B5EF4-FFF2-40B4-BE49-F238E27FC236}">
                  <a16:creationId xmlns:a16="http://schemas.microsoft.com/office/drawing/2014/main" id="{E28F6921-ED24-3BAF-A43A-ACE32CA7B98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70663" y="1471614"/>
              <a:ext cx="303934" cy="264969"/>
            </a:xfrm>
            <a:prstGeom prst="rect">
              <a:avLst/>
            </a:prstGeom>
          </p:spPr>
        </p:pic>
        <p:sp>
          <p:nvSpPr>
            <p:cNvPr id="22" name="TextBox 21">
              <a:extLst>
                <a:ext uri="{FF2B5EF4-FFF2-40B4-BE49-F238E27FC236}">
                  <a16:creationId xmlns:a16="http://schemas.microsoft.com/office/drawing/2014/main" id="{EF8EF47B-CF1E-790A-E355-7225C513A08A}"/>
                </a:ext>
              </a:extLst>
            </p:cNvPr>
            <p:cNvSpPr txBox="1"/>
            <p:nvPr/>
          </p:nvSpPr>
          <p:spPr>
            <a:xfrm>
              <a:off x="4568750" y="1420955"/>
              <a:ext cx="316533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cs typeface="Arial"/>
                </a:rPr>
                <a:t>Palak Machhiwal</a:t>
              </a:r>
              <a:endParaRPr lang="en-US" dirty="0"/>
            </a:p>
            <a:p>
              <a:r>
                <a:rPr lang="en-GB" sz="1000" dirty="0">
                  <a:latin typeface="Times New Roman"/>
                  <a:cs typeface="Times New Roman"/>
                </a:rPr>
                <a:t>Report Writing &amp; Documentation  </a:t>
              </a:r>
              <a:r>
                <a:rPr lang="en-GB" sz="1600" dirty="0">
                  <a:solidFill>
                    <a:srgbClr val="000000"/>
                  </a:solidFill>
                  <a:latin typeface="Times New Roman"/>
                  <a:cs typeface="Times New Roman"/>
                </a:rPr>
                <a:t> </a:t>
              </a:r>
              <a:endParaRPr lang="en-GB" dirty="0">
                <a:cs typeface="Arial"/>
              </a:endParaRPr>
            </a:p>
          </p:txBody>
        </p:sp>
      </p:grpSp>
      <p:pic>
        <p:nvPicPr>
          <p:cNvPr id="24" name="Picture 23" descr="A green and black sign&#10;&#10;AI-generated content may be incorrect.">
            <a:extLst>
              <a:ext uri="{FF2B5EF4-FFF2-40B4-BE49-F238E27FC236}">
                <a16:creationId xmlns:a16="http://schemas.microsoft.com/office/drawing/2014/main" id="{578FC51B-00AA-D652-B424-F1B6DD947318}"/>
              </a:ext>
            </a:extLst>
          </p:cNvPr>
          <p:cNvPicPr>
            <a:picLocks noChangeAspect="1"/>
          </p:cNvPicPr>
          <p:nvPr/>
        </p:nvPicPr>
        <p:blipFill>
          <a:blip r:embed="rId12"/>
          <a:stretch>
            <a:fillRect/>
          </a:stretch>
        </p:blipFill>
        <p:spPr>
          <a:xfrm>
            <a:off x="50222" y="68406"/>
            <a:ext cx="789277" cy="248949"/>
          </a:xfrm>
          <a:prstGeom prst="rect">
            <a:avLst/>
          </a:prstGeom>
        </p:spPr>
      </p:pic>
    </p:spTree>
    <p:extLst>
      <p:ext uri="{BB962C8B-B14F-4D97-AF65-F5344CB8AC3E}">
        <p14:creationId xmlns:p14="http://schemas.microsoft.com/office/powerpoint/2010/main" val="3397377245"/>
      </p:ext>
    </p:extLst>
  </p:cSld>
  <p:clrMapOvr>
    <a:masterClrMapping/>
  </p:clrMapOvr>
</p:sld>
</file>

<file path=ppt/theme/theme1.xml><?xml version="1.0" encoding="utf-8"?>
<a:theme xmlns:a="http://schemas.openxmlformats.org/drawingml/2006/main" name="Artificial Intelligence in Finance Project Proposal by Slidesgo">
  <a:themeElements>
    <a:clrScheme name="Simple Light">
      <a:dk1>
        <a:srgbClr val="FFFFFF"/>
      </a:dk1>
      <a:lt1>
        <a:srgbClr val="8FDCF7"/>
      </a:lt1>
      <a:dk2>
        <a:srgbClr val="2F4780"/>
      </a:dk2>
      <a:lt2>
        <a:srgbClr val="1F2363"/>
      </a:lt2>
      <a:accent1>
        <a:srgbClr val="000000"/>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34</Slides>
  <Notes>0</Notes>
  <HiddenSlides>0</HiddenSlide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Artificial Intelligence in Finance Project Proposal by Slidesgo</vt:lpstr>
      <vt:lpstr>MACHINE LEARNING PROJECT</vt:lpstr>
      <vt:lpstr>Problem Statement </vt:lpstr>
      <vt:lpstr>Workflow</vt:lpstr>
      <vt:lpstr>Data Collection &amp; Description</vt:lpstr>
      <vt:lpstr>PowerPoint Presentation</vt:lpstr>
      <vt:lpstr>Data Cleaning</vt:lpstr>
      <vt:lpstr>Verify Feature Unit</vt:lpstr>
      <vt:lpstr>PowerPoint Presentation</vt:lpstr>
      <vt:lpstr>Unit Conversation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901</cp:revision>
  <dcterms:modified xsi:type="dcterms:W3CDTF">2026-01-14T11:27:10Z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2026-01-09T04:09:23Z</dcterms:created>
  <dc:creator>Unknown Creator</dc:creator>
  <dc:description/>
  <dc:language>en-US</dc:language>
  <cp:lastModifiedBy>Unknown Creator</cp:lastModifiedBy>
  <dcterms:modified xsi:type="dcterms:W3CDTF">2026-01-09T04:09:23Z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